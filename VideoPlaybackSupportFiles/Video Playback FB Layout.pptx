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7" r:id="rId1"/>
  </p:sldMasterIdLst>
  <p:notesMasterIdLst>
    <p:notesMasterId r:id="rId8"/>
  </p:notesMasterIdLst>
  <p:handoutMasterIdLst>
    <p:handoutMasterId r:id="rId9"/>
  </p:handoutMasterIdLst>
  <p:sldIdLst>
    <p:sldId id="522" r:id="rId2"/>
    <p:sldId id="5698" r:id="rId3"/>
    <p:sldId id="5699" r:id="rId4"/>
    <p:sldId id="525" r:id="rId5"/>
    <p:sldId id="526" r:id="rId6"/>
    <p:sldId id="527" r:id="rId7"/>
  </p:sldIdLst>
  <p:sldSz cx="12192000" cy="6858000"/>
  <p:notesSz cx="6797675" cy="9926638"/>
  <p:custDataLst>
    <p:tags r:id="rId10"/>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D7DA"/>
    <a:srgbClr val="FF9900"/>
    <a:srgbClr val="EF0000"/>
    <a:srgbClr val="9DAFCC"/>
    <a:srgbClr val="ED53D7"/>
    <a:srgbClr val="4B5669"/>
    <a:srgbClr val="FFFFFF"/>
    <a:srgbClr val="2D76AD"/>
    <a:srgbClr val="215983"/>
    <a:srgbClr val="3D8E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17EA92-75D0-4044-A80A-286907CE0DDC}">
  <a:tblStyle styleId="{0817EA92-75D0-4044-A80A-286907CE0DDC}" styleName="Beckhoff Standard Table Style">
    <a:wholeTbl>
      <a:tcTxStyle>
        <a:fontRef idx="minor">
          <a:prstClr val="black"/>
        </a:fontRef>
        <a:schemeClr val="dk1"/>
      </a:tcTxStyle>
      <a:tcStyle>
        <a:tcBdr>
          <a:left>
            <a:ln w="0" cmpd="sng">
              <a:solidFill>
                <a:schemeClr val="lt1"/>
              </a:solidFill>
            </a:ln>
          </a:left>
          <a:right>
            <a:ln w="0" cmpd="sng">
              <a:solidFill>
                <a:schemeClr val="lt1"/>
              </a:solidFill>
            </a:ln>
          </a:right>
          <a:top>
            <a:ln w="12700" cmpd="sng">
              <a:solidFill>
                <a:schemeClr val="lt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lt1"/>
          </a:solidFill>
        </a:fill>
      </a:tcStyle>
    </a:wholeTbl>
    <a:band1H>
      <a:tcStyle>
        <a:tcBdr/>
      </a:tcStyle>
    </a:band1H>
    <a:band2H>
      <a:tcStyle>
        <a:tcBdr/>
        <a:fill>
          <a:solidFill>
            <a:schemeClr val="lt2">
              <a:tint val="60000"/>
            </a:schemeClr>
          </a:solidFill>
        </a:fill>
      </a:tcStyle>
    </a:band2H>
    <a:band1V>
      <a:tcStyle>
        <a:tcBdr/>
      </a:tcStyle>
    </a:band1V>
    <a:band2V>
      <a:tcStyle>
        <a:tcBdr/>
        <a:fill>
          <a:solidFill>
            <a:schemeClr val="lt2">
              <a:tint val="60000"/>
            </a:schemeClr>
          </a:solidFill>
        </a:fill>
      </a:tcStyle>
    </a:band2V>
    <a:lastCol>
      <a:tcTxStyle b="on">
        <a:fontRef idx="minor">
          <a:prstClr val="black"/>
        </a:fontRef>
        <a:schemeClr val="dk1"/>
      </a:tcTxStyle>
      <a:tcStyle>
        <a:tcBdr/>
        <a:fill>
          <a:solidFill>
            <a:schemeClr val="accent1"/>
          </a:solidFill>
        </a:fill>
      </a:tcStyle>
    </a:lastCol>
    <a:firstCol>
      <a:tcTxStyle b="on">
        <a:fontRef idx="minor">
          <a:prstClr val="black"/>
        </a:fontRef>
        <a:schemeClr val="dk1"/>
      </a:tcTxStyle>
      <a:tcStyle>
        <a:tcBdr/>
        <a:fill>
          <a:solidFill>
            <a:schemeClr val="accent1"/>
          </a:solidFill>
        </a:fill>
      </a:tcStyle>
    </a:firstCol>
    <a:lastRow>
      <a:tcTxStyle b="on">
        <a:fontRef idx="minor">
          <a:prstClr val="black"/>
        </a:fontRef>
        <a:schemeClr val="lt1"/>
      </a:tcTxStyle>
      <a:tcStyle>
        <a:tcBdr>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2"/>
          </a:solidFill>
        </a:fill>
      </a:tcStyle>
    </a:lastRow>
    <a:firstRow>
      <a:tcTxStyle b="on">
        <a:fontRef idx="minor">
          <a:prstClr val="black"/>
        </a:fontRef>
        <a:schemeClr val="lt1"/>
      </a:tcTxStyle>
      <a:tcStyle>
        <a:tcBdr>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2"/>
          </a:solid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C22544A-7EE6-4342-B048-85BDC9FD1C3A}" styleName="Mittlere Formatvorlage 2 - Akzent 1">
    <a:wholeTbl>
      <a:tcTxStyle>
        <a:fontRef idx="minor">
          <a:prstClr val="black"/>
        </a:fontRef>
        <a:schemeClr val="dk1"/>
      </a:tcTxStyle>
      <a:tcStyle>
        <a:tcBdr>
          <a:left>
            <a:ln w="0" cmpd="sng">
              <a:solidFill>
                <a:schemeClr val="lt1"/>
              </a:solidFill>
            </a:ln>
          </a:left>
          <a:right>
            <a:ln w="0" cmpd="sng">
              <a:solidFill>
                <a:schemeClr val="lt1"/>
              </a:solidFill>
            </a:ln>
          </a:right>
          <a:top>
            <a:ln w="12700" cmpd="sng">
              <a:solidFill>
                <a:schemeClr val="lt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lt1"/>
          </a:solidFill>
        </a:fill>
      </a:tcStyle>
    </a:wholeTbl>
    <a:band1H>
      <a:tcStyle>
        <a:tcBdr/>
      </a:tcStyle>
    </a:band1H>
    <a:band2H>
      <a:tcStyle>
        <a:tcBdr/>
        <a:fill>
          <a:solidFill>
            <a:schemeClr val="lt2">
              <a:tint val="60000"/>
            </a:schemeClr>
          </a:solidFill>
        </a:fill>
      </a:tcStyle>
    </a:band2H>
    <a:band1V>
      <a:tcStyle>
        <a:tcBdr/>
      </a:tcStyle>
    </a:band1V>
    <a:band2V>
      <a:tcStyle>
        <a:tcBdr/>
        <a:fill>
          <a:solidFill>
            <a:schemeClr val="lt2">
              <a:tint val="60000"/>
            </a:schemeClr>
          </a:solidFill>
        </a:fill>
      </a:tcStyle>
    </a:band2V>
    <a:lastCol>
      <a:tcTxStyle b="on">
        <a:fontRef idx="minor">
          <a:prstClr val="black"/>
        </a:fontRef>
        <a:schemeClr val="dk1"/>
      </a:tcTxStyle>
      <a:tcStyle>
        <a:tcBdr/>
        <a:fill>
          <a:solidFill>
            <a:schemeClr val="accent1"/>
          </a:solidFill>
        </a:fill>
      </a:tcStyle>
    </a:lastCol>
    <a:firstCol>
      <a:tcTxStyle b="on">
        <a:fontRef idx="minor">
          <a:prstClr val="black"/>
        </a:fontRef>
        <a:schemeClr val="dk1"/>
      </a:tcTxStyle>
      <a:tcStyle>
        <a:tcBdr/>
        <a:fill>
          <a:solidFill>
            <a:schemeClr val="accent1"/>
          </a:solidFill>
        </a:fill>
      </a:tcStyle>
    </a:firstCol>
    <a:lastRow>
      <a:tcTxStyle b="on">
        <a:fontRef idx="minor">
          <a:prstClr val="black"/>
        </a:fontRef>
        <a:schemeClr val="lt1"/>
      </a:tcTxStyle>
      <a:tcStyle>
        <a:tcBdr>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solidFill>
        </a:fill>
      </a:tcStyle>
    </a:lastRow>
    <a:firstRow>
      <a:tcTxStyle b="on">
        <a:fontRef idx="minor">
          <a:prstClr val="black"/>
        </a:fontRef>
        <a:schemeClr val="lt1"/>
      </a:tcTxStyle>
      <a:tcStyle>
        <a:tcBdr>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dk2"/>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dk2"/>
          </a:solidFill>
        </a:fill>
      </a:tcStyle>
    </a:lastRow>
    <a:firstRow>
      <a:tcTxStyle b="on">
        <a:fontRef idx="minor">
          <a:scrgbClr r="0" g="0" b="0"/>
        </a:fontRef>
        <a:schemeClr val="dk2"/>
      </a:tcTxStyle>
      <a:tcStyle>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dk2"/>
              </a:solidFill>
            </a:ln>
          </a:left>
          <a:right>
            <a:ln w="12700" cmpd="sng">
              <a:solidFill>
                <a:schemeClr val="dk2"/>
              </a:solidFill>
            </a:ln>
          </a:right>
          <a:top>
            <a:ln w="12700" cmpd="sng">
              <a:solidFill>
                <a:schemeClr val="dk2"/>
              </a:solidFill>
            </a:ln>
          </a:top>
          <a:bottom>
            <a:ln w="12700" cmpd="sng">
              <a:solidFill>
                <a:schemeClr val="dk2"/>
              </a:solidFill>
            </a:ln>
          </a:bottom>
          <a:insideH>
            <a:ln w="12700" cmpd="sng">
              <a:solidFill>
                <a:schemeClr val="dk2"/>
              </a:solidFill>
            </a:ln>
          </a:insideH>
          <a:insideV>
            <a:ln w="12700" cmpd="sng">
              <a:solidFill>
                <a:schemeClr val="dk2"/>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dk2"/>
      </a:tcTxStyle>
      <a:tcStyle>
        <a:tcBdr/>
        <a:fill>
          <a:solidFill>
            <a:schemeClr val="accent1"/>
          </a:solidFill>
        </a:fill>
      </a:tcStyle>
    </a:lastCol>
    <a:firstCol>
      <a:tcTxStyle b="on">
        <a:fontRef idx="minor">
          <a:prstClr val="black"/>
        </a:fontRef>
        <a:schemeClr val="dk2"/>
      </a:tcTxStyle>
      <a:tcStyle>
        <a:tcBdr/>
        <a:fill>
          <a:solidFill>
            <a:schemeClr val="accent1"/>
          </a:solidFill>
        </a:fill>
      </a:tcStyle>
    </a:firstCol>
    <a:lastRow>
      <a:tcTxStyle b="on">
        <a:fontRef idx="minor">
          <a:prstClr val="black"/>
        </a:fontRef>
        <a:schemeClr val="dk2"/>
      </a:tcTxStyle>
      <a:tcStyle>
        <a:tcBdr>
          <a:top>
            <a:ln w="38100" cmpd="sng">
              <a:solidFill>
                <a:schemeClr val="dk2"/>
              </a:solidFill>
            </a:ln>
          </a:top>
        </a:tcBdr>
        <a:fill>
          <a:solidFill>
            <a:schemeClr val="accent2"/>
          </a:solidFill>
        </a:fill>
      </a:tcStyle>
    </a:lastRow>
    <a:firstRow>
      <a:tcTxStyle b="on">
        <a:fontRef idx="minor">
          <a:prstClr val="black"/>
        </a:fontRef>
        <a:schemeClr val="dk2"/>
      </a:tcTxStyle>
      <a:tcStyle>
        <a:tcBdr>
          <a:bottom>
            <a:ln w="38100" cmpd="sng">
              <a:solidFill>
                <a:schemeClr val="dk2"/>
              </a:solidFill>
            </a:ln>
          </a:bottom>
        </a:tcBdr>
        <a:fill>
          <a:solidFill>
            <a:schemeClr val="accent2"/>
          </a:solidFill>
        </a:fill>
      </a:tcStyle>
    </a:firstRow>
  </a:tblStyle>
  <a:tblStyle styleId="{9DCAF9ED-07DC-4A11-8D7F-57B35C25682E}" styleName="Mittlere Formatvorlage 1 - Akz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dk2"/>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6005" autoAdjust="0"/>
  </p:normalViewPr>
  <p:slideViewPr>
    <p:cSldViewPr snapToObjects="1" showGuides="1">
      <p:cViewPr varScale="1">
        <p:scale>
          <a:sx n="117" d="100"/>
          <a:sy n="117" d="100"/>
        </p:scale>
        <p:origin x="294" y="10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50" d="100"/>
        <a:sy n="150" d="100"/>
      </p:scale>
      <p:origin x="0" y="0"/>
    </p:cViewPr>
  </p:sorterViewPr>
  <p:notesViewPr>
    <p:cSldViewPr snapToObjects="1" showGuides="1">
      <p:cViewPr varScale="1">
        <p:scale>
          <a:sx n="79" d="100"/>
          <a:sy n="79" d="100"/>
        </p:scale>
        <p:origin x="3900" y="9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1"/>
            <a:ext cx="2945659" cy="496332"/>
          </a:xfrm>
          <a:prstGeom prst="rect">
            <a:avLst/>
          </a:prstGeom>
        </p:spPr>
        <p:txBody>
          <a:bodyPr vert="horz" lIns="91432" tIns="45716" rIns="91432" bIns="45716" rtlCol="0"/>
          <a:lstStyle>
            <a:lvl1pPr algn="l">
              <a:defRPr sz="1200"/>
            </a:lvl1pPr>
          </a:lstStyle>
          <a:p>
            <a:r>
              <a:rPr lang="de-DE"/>
              <a:t>Text der Kopfzeile</a:t>
            </a:r>
          </a:p>
        </p:txBody>
      </p:sp>
      <p:sp>
        <p:nvSpPr>
          <p:cNvPr id="3" name="Datumsplatzhalter 2"/>
          <p:cNvSpPr>
            <a:spLocks noGrp="1"/>
          </p:cNvSpPr>
          <p:nvPr>
            <p:ph type="dt" sz="quarter" idx="1"/>
          </p:nvPr>
        </p:nvSpPr>
        <p:spPr>
          <a:xfrm>
            <a:off x="3850445" y="1"/>
            <a:ext cx="2945659" cy="496332"/>
          </a:xfrm>
          <a:prstGeom prst="rect">
            <a:avLst/>
          </a:prstGeom>
        </p:spPr>
        <p:txBody>
          <a:bodyPr vert="horz" lIns="91432" tIns="45716" rIns="91432" bIns="45716" rtlCol="0"/>
          <a:lstStyle>
            <a:lvl1pPr algn="r">
              <a:defRPr sz="1200"/>
            </a:lvl1pPr>
          </a:lstStyle>
          <a:p>
            <a:fld id="{8F1A36FD-08A9-47F7-8F4B-E50EC98C36E7}" type="datetime1">
              <a:rPr lang="de-DE" smtClean="0"/>
              <a:t>14.03.2022</a:t>
            </a:fld>
            <a:endParaRPr lang="de-DE"/>
          </a:p>
        </p:txBody>
      </p:sp>
      <p:sp>
        <p:nvSpPr>
          <p:cNvPr id="4" name="Fußzeilenplatzhalter 3"/>
          <p:cNvSpPr>
            <a:spLocks noGrp="1"/>
          </p:cNvSpPr>
          <p:nvPr>
            <p:ph type="ftr" sz="quarter" idx="2"/>
          </p:nvPr>
        </p:nvSpPr>
        <p:spPr>
          <a:xfrm>
            <a:off x="1" y="9428584"/>
            <a:ext cx="2945659" cy="496332"/>
          </a:xfrm>
          <a:prstGeom prst="rect">
            <a:avLst/>
          </a:prstGeom>
        </p:spPr>
        <p:txBody>
          <a:bodyPr vert="horz" lIns="91432" tIns="45716" rIns="91432" bIns="45716" rtlCol="0" anchor="b"/>
          <a:lstStyle>
            <a:lvl1pPr algn="l">
              <a:defRPr sz="1200"/>
            </a:lvl1pPr>
          </a:lstStyle>
          <a:p>
            <a:r>
              <a:rPr lang="de-DE"/>
              <a:t>Text der Fußzeile</a:t>
            </a:r>
          </a:p>
        </p:txBody>
      </p:sp>
      <p:sp>
        <p:nvSpPr>
          <p:cNvPr id="5" name="Foliennummernplatzhalter 4"/>
          <p:cNvSpPr>
            <a:spLocks noGrp="1"/>
          </p:cNvSpPr>
          <p:nvPr>
            <p:ph type="sldNum" sz="quarter" idx="3"/>
          </p:nvPr>
        </p:nvSpPr>
        <p:spPr>
          <a:xfrm>
            <a:off x="3850445" y="9428584"/>
            <a:ext cx="2945659" cy="496332"/>
          </a:xfrm>
          <a:prstGeom prst="rect">
            <a:avLst/>
          </a:prstGeom>
        </p:spPr>
        <p:txBody>
          <a:bodyPr vert="horz" lIns="91432" tIns="45716" rIns="91432" bIns="45716" rtlCol="0" anchor="b"/>
          <a:lstStyle>
            <a:lvl1pPr algn="r">
              <a:defRPr sz="1200"/>
            </a:lvl1pPr>
          </a:lstStyle>
          <a:p>
            <a:fld id="{D584D4DD-0EAA-4244-BC03-ECEA8EDC466D}" type="slidenum">
              <a:rPr lang="de-DE" smtClean="0"/>
              <a:t>‹#›</a:t>
            </a:fld>
            <a:endParaRPr lang="de-DE"/>
          </a:p>
        </p:txBody>
      </p:sp>
    </p:spTree>
    <p:extLst>
      <p:ext uri="{BB962C8B-B14F-4D97-AF65-F5344CB8AC3E}">
        <p14:creationId xmlns:p14="http://schemas.microsoft.com/office/powerpoint/2010/main" val="2987791544"/>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oliennummernplatzhalter 6"/>
          <p:cNvSpPr>
            <a:spLocks noGrp="1"/>
          </p:cNvSpPr>
          <p:nvPr>
            <p:ph type="sldNum" sz="quarter" idx="5"/>
          </p:nvPr>
        </p:nvSpPr>
        <p:spPr>
          <a:xfrm>
            <a:off x="2972211" y="9428584"/>
            <a:ext cx="853252" cy="496332"/>
          </a:xfrm>
          <a:prstGeom prst="rect">
            <a:avLst/>
          </a:prstGeom>
        </p:spPr>
        <p:txBody>
          <a:bodyPr vert="horz" lIns="91432" tIns="45716" rIns="91432" bIns="45716" rtlCol="0" anchor="b"/>
          <a:lstStyle>
            <a:lvl1pPr algn="ctr">
              <a:defRPr sz="1200">
                <a:solidFill>
                  <a:schemeClr val="bg2"/>
                </a:solidFill>
              </a:defRPr>
            </a:lvl1pPr>
          </a:lstStyle>
          <a:p>
            <a:fld id="{B280112D-8454-448C-8A04-1F3237E367D5}" type="slidenum">
              <a:rPr lang="de-DE" smtClean="0"/>
              <a:pPr/>
              <a:t>‹#›</a:t>
            </a:fld>
            <a:endParaRPr lang="de-DE" dirty="0"/>
          </a:p>
        </p:txBody>
      </p:sp>
      <p:sp>
        <p:nvSpPr>
          <p:cNvPr id="3" name="Datumsplatzhalter 2"/>
          <p:cNvSpPr>
            <a:spLocks noGrp="1"/>
          </p:cNvSpPr>
          <p:nvPr>
            <p:ph type="dt" idx="1"/>
          </p:nvPr>
        </p:nvSpPr>
        <p:spPr>
          <a:xfrm>
            <a:off x="3850445" y="9430306"/>
            <a:ext cx="2945659" cy="496332"/>
          </a:xfrm>
          <a:prstGeom prst="rect">
            <a:avLst/>
          </a:prstGeom>
        </p:spPr>
        <p:txBody>
          <a:bodyPr vert="horz" lIns="91432" tIns="45716" rIns="179985" bIns="45716" rtlCol="0" anchor="b"/>
          <a:lstStyle>
            <a:lvl1pPr algn="r">
              <a:defRPr sz="1000">
                <a:solidFill>
                  <a:schemeClr val="bg2"/>
                </a:solidFill>
              </a:defRPr>
            </a:lvl1pPr>
          </a:lstStyle>
          <a:p>
            <a:fld id="{0A2346E5-778D-4A7C-BA30-768202CBF653}" type="datetime1">
              <a:rPr lang="de-DE" smtClean="0"/>
              <a:t>14.03.2022</a:t>
            </a:fld>
            <a:endParaRPr lang="de-DE"/>
          </a:p>
        </p:txBody>
      </p:sp>
      <p:sp>
        <p:nvSpPr>
          <p:cNvPr id="4" name="Folienbildplatzhalter 3"/>
          <p:cNvSpPr>
            <a:spLocks noGrp="1" noRot="1" noChangeAspect="1"/>
          </p:cNvSpPr>
          <p:nvPr>
            <p:ph type="sldImg" idx="2"/>
          </p:nvPr>
        </p:nvSpPr>
        <p:spPr>
          <a:xfrm>
            <a:off x="44" y="0"/>
            <a:ext cx="6796059" cy="3823379"/>
          </a:xfrm>
          <a:prstGeom prst="rect">
            <a:avLst/>
          </a:prstGeom>
          <a:noFill/>
          <a:ln w="6350">
            <a:solidFill>
              <a:schemeClr val="tx2"/>
            </a:solidFill>
          </a:ln>
        </p:spPr>
        <p:txBody>
          <a:bodyPr vert="horz" lIns="91432" tIns="45716" rIns="91432" bIns="45716" rtlCol="0" anchor="ctr"/>
          <a:lstStyle/>
          <a:p>
            <a:endParaRPr lang="de-DE"/>
          </a:p>
        </p:txBody>
      </p:sp>
      <p:sp>
        <p:nvSpPr>
          <p:cNvPr id="6" name="Fußzeilenplatzhalter 5"/>
          <p:cNvSpPr>
            <a:spLocks noGrp="1"/>
          </p:cNvSpPr>
          <p:nvPr>
            <p:ph type="ftr" sz="quarter" idx="4"/>
          </p:nvPr>
        </p:nvSpPr>
        <p:spPr>
          <a:xfrm>
            <a:off x="1" y="9428584"/>
            <a:ext cx="2945659" cy="496332"/>
          </a:xfrm>
          <a:prstGeom prst="rect">
            <a:avLst/>
          </a:prstGeom>
        </p:spPr>
        <p:txBody>
          <a:bodyPr vert="horz" lIns="179985" tIns="45716" rIns="91432" bIns="45716" rtlCol="0" anchor="b"/>
          <a:lstStyle>
            <a:lvl1pPr algn="l">
              <a:defRPr sz="1000">
                <a:solidFill>
                  <a:schemeClr val="bg2"/>
                </a:solidFill>
              </a:defRPr>
            </a:lvl1pPr>
          </a:lstStyle>
          <a:p>
            <a:r>
              <a:rPr lang="de-DE"/>
              <a:t>Text der Fußzeile</a:t>
            </a:r>
          </a:p>
        </p:txBody>
      </p:sp>
      <p:cxnSp>
        <p:nvCxnSpPr>
          <p:cNvPr id="9" name="Gerader Verbinder 8"/>
          <p:cNvCxnSpPr/>
          <p:nvPr/>
        </p:nvCxnSpPr>
        <p:spPr>
          <a:xfrm>
            <a:off x="1" y="9430306"/>
            <a:ext cx="6797675"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5" name="Notizenplatzhalter 4"/>
          <p:cNvSpPr>
            <a:spLocks noGrp="1"/>
          </p:cNvSpPr>
          <p:nvPr>
            <p:ph type="body" sz="quarter" idx="3"/>
          </p:nvPr>
        </p:nvSpPr>
        <p:spPr>
          <a:xfrm>
            <a:off x="1" y="3823379"/>
            <a:ext cx="6796102" cy="5606927"/>
          </a:xfrm>
          <a:prstGeom prst="rect">
            <a:avLst/>
          </a:prstGeom>
        </p:spPr>
        <p:txBody>
          <a:bodyPr vert="horz" lIns="252000" tIns="190784" rIns="179985" bIns="45716"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620462188"/>
      </p:ext>
    </p:extLst>
  </p:cSld>
  <p:clrMap bg1="lt1" tx1="dk1" bg2="lt2" tx2="dk2" accent1="accent1" accent2="accent2" accent3="accent3" accent4="accent4" accent5="accent5" accent6="accent6" hlink="hlink" folHlink="folHlink"/>
  <p:hf/>
  <p:notesStyle>
    <a:lvl1pPr marL="180000" indent="-180000" algn="l" defTabSz="914400" rtl="0" eaLnBrk="1" latinLnBrk="0" hangingPunct="1">
      <a:buFont typeface="Wingdings" panose="05000000000000000000" pitchFamily="2" charset="2"/>
      <a:buChar char="§"/>
      <a:defRPr sz="1200" kern="1200">
        <a:solidFill>
          <a:schemeClr val="tx1"/>
        </a:solidFill>
        <a:latin typeface="+mn-lt"/>
        <a:ea typeface="+mn-ea"/>
        <a:cs typeface="+mn-cs"/>
      </a:defRPr>
    </a:lvl1pPr>
    <a:lvl2pPr marL="378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2pPr>
    <a:lvl3pPr marL="576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3pPr>
    <a:lvl4pPr marL="774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4pPr>
    <a:lvl5pPr marL="972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EC17FFD9-E190-4354-AF30-89800F8E4F3E}"/>
              </a:ext>
            </a:extLst>
          </p:cNvPr>
          <p:cNvSpPr>
            <a:spLocks noGrp="1"/>
          </p:cNvSpPr>
          <p:nvPr>
            <p:ph type="ftr" sz="quarter" idx="10"/>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B0FDDC2E-ABE4-429F-8CE9-38DD695422FD}"/>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pic>
        <p:nvPicPr>
          <p:cNvPr id="3" name="Title Picture"/>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90800"/>
            <a:ext cx="12202668" cy="5769864"/>
          </a:xfrm>
          <a:prstGeom prst="rect">
            <a:avLst/>
          </a:prstGeom>
          <a:ln w="6350">
            <a:solidFill>
              <a:schemeClr val="bg1">
                <a:lumMod val="95000"/>
              </a:schemeClr>
            </a:solidFill>
            <a:miter lim="800000"/>
          </a:ln>
        </p:spPr>
      </p:pic>
      <p:sp>
        <p:nvSpPr>
          <p:cNvPr id="4" name="Title">
            <a:extLst>
              <a:ext uri="{FF2B5EF4-FFF2-40B4-BE49-F238E27FC236}">
                <a16:creationId xmlns:a16="http://schemas.microsoft.com/office/drawing/2014/main" id="{9030D639-0DC9-4081-8A98-1A8F8593892C}"/>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90497495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for Speaker – Version 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1007D3D-C5EC-4571-BE1C-06654C5B83FD}"/>
              </a:ext>
            </a:extLst>
          </p:cNvPr>
          <p:cNvSpPr>
            <a:spLocks noGrp="1"/>
          </p:cNvSpPr>
          <p:nvPr>
            <p:ph type="ftr" sz="quarter" idx="11"/>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4B4F1309-657C-418A-9A8B-219278A7A6FB}"/>
              </a:ext>
            </a:extLst>
          </p:cNvPr>
          <p:cNvSpPr>
            <a:spLocks noGrp="1"/>
          </p:cNvSpPr>
          <p:nvPr>
            <p:ph type="sldNum" sz="quarter" idx="12"/>
          </p:nvPr>
        </p:nvSpPr>
        <p:spPr/>
        <p:txBody>
          <a:bodyPr/>
          <a:lstStyle/>
          <a:p>
            <a:fld id="{A930EF64-91C9-4EBD-82F9-3643AB15A28C}" type="slidenum">
              <a:rPr lang="en-US" noProof="0" smtClean="0"/>
              <a:pPr/>
              <a:t>‹#›</a:t>
            </a:fld>
            <a:endParaRPr lang="en-US" noProof="0"/>
          </a:p>
        </p:txBody>
      </p:sp>
      <p:pic>
        <p:nvPicPr>
          <p:cNvPr id="9" name="Title Picture"/>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90800"/>
            <a:ext cx="12202668" cy="5769864"/>
          </a:xfrm>
          <a:prstGeom prst="rect">
            <a:avLst/>
          </a:prstGeom>
          <a:ln w="6350">
            <a:solidFill>
              <a:schemeClr val="bg1">
                <a:lumMod val="95000"/>
              </a:schemeClr>
            </a:solidFill>
            <a:miter lim="800000"/>
          </a:ln>
        </p:spPr>
      </p:pic>
      <p:sp>
        <p:nvSpPr>
          <p:cNvPr id="3" name="Text Placeholder">
            <a:extLst>
              <a:ext uri="{FF2B5EF4-FFF2-40B4-BE49-F238E27FC236}">
                <a16:creationId xmlns:a16="http://schemas.microsoft.com/office/drawing/2014/main" id="{BEB3C114-D938-41BB-B3A2-9312262D642E}"/>
              </a:ext>
            </a:extLst>
          </p:cNvPr>
          <p:cNvSpPr>
            <a:spLocks noGrp="1"/>
          </p:cNvSpPr>
          <p:nvPr>
            <p:ph type="body" sz="quarter" idx="10" hasCustomPrompt="1"/>
          </p:nvPr>
        </p:nvSpPr>
        <p:spPr>
          <a:xfrm>
            <a:off x="0" y="1089025"/>
            <a:ext cx="6098400" cy="5772150"/>
          </a:xfrm>
          <a:solidFill>
            <a:schemeClr val="bg1">
              <a:alpha val="75000"/>
            </a:schemeClr>
          </a:solidFill>
        </p:spPr>
        <p:txBody>
          <a:bodyPr/>
          <a:lstStyle>
            <a:lvl1pPr>
              <a:defRPr/>
            </a:lvl1pPr>
          </a:lstStyle>
          <a:p>
            <a:pPr lvl="0"/>
            <a:r>
              <a:rPr lang="en-US" noProof="0"/>
              <a:t>Speaker name </a:t>
            </a:r>
            <a:br>
              <a:rPr lang="en-US" noProof="0"/>
            </a:br>
            <a:r>
              <a:rPr lang="en-US" noProof="0"/>
              <a:t>Department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a:extLst>
              <a:ext uri="{FF2B5EF4-FFF2-40B4-BE49-F238E27FC236}">
                <a16:creationId xmlns:a16="http://schemas.microsoft.com/office/drawing/2014/main" id="{1BEF4B5F-8F3C-41F6-887A-1CA15C7A5BC9}"/>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43234255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for Speaker – Version 2">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F4598583-8674-490B-B814-FBA89FE47BBF}"/>
              </a:ext>
            </a:extLst>
          </p:cNvPr>
          <p:cNvSpPr>
            <a:spLocks noGrp="1"/>
          </p:cNvSpPr>
          <p:nvPr>
            <p:ph type="ftr" sz="quarter" idx="10"/>
          </p:nvPr>
        </p:nvSpPr>
        <p:spPr/>
        <p:txBody>
          <a:bodyPr/>
          <a:lstStyle/>
          <a:p>
            <a:r>
              <a:rPr lang="en-US" noProof="0"/>
              <a:t>Footer text</a:t>
            </a:r>
          </a:p>
        </p:txBody>
      </p:sp>
      <p:sp>
        <p:nvSpPr>
          <p:cNvPr id="6" name="Slide Number Placeholder">
            <a:extLst>
              <a:ext uri="{FF2B5EF4-FFF2-40B4-BE49-F238E27FC236}">
                <a16:creationId xmlns:a16="http://schemas.microsoft.com/office/drawing/2014/main" id="{6CDA0863-F8FA-4A9D-A308-28CFF0D552BF}"/>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342900" marR="0" lvl="0" indent="-34290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0" cap="none" spc="0" normalizeH="0" baseline="0" noProof="0" dirty="0">
              <a:ln>
                <a:noFill/>
              </a:ln>
              <a:solidFill>
                <a:prstClr val="white"/>
              </a:solidFill>
              <a:effectLst/>
              <a:uLnTx/>
              <a:uFillTx/>
              <a:latin typeface="Arial"/>
              <a:ea typeface="+mn-ea"/>
              <a:cs typeface="Arial" pitchFamily="34" charset="0"/>
            </a:endParaRPr>
          </a:p>
        </p:txBody>
      </p:sp>
      <p:pic>
        <p:nvPicPr>
          <p:cNvPr id="2" name="Title Picture Version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8400" y="0"/>
            <a:ext cx="6094476" cy="6857999"/>
          </a:xfrm>
          <a:prstGeom prst="rect">
            <a:avLst/>
          </a:prstGeom>
          <a:ln w="6350">
            <a:solidFill>
              <a:schemeClr val="bg1">
                <a:lumMod val="95000"/>
              </a:schemeClr>
            </a:solidFill>
            <a:miter lim="800000"/>
          </a:ln>
        </p:spPr>
      </p:pic>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dirty="0"/>
              <a:t>Speaker Name </a:t>
            </a:r>
            <a:br>
              <a:rPr lang="en-US" noProof="0" dirty="0"/>
            </a:br>
            <a:r>
              <a:rPr lang="en-US" noProof="0" dirty="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marL="0" indent="0">
              <a:buFont typeface="Arial" panose="020B0604020202020204" pitchFamily="34" charset="0"/>
              <a:buNone/>
              <a:defRPr lang="en-US" noProof="0" dirty="0"/>
            </a:lvl1pPr>
          </a:lstStyle>
          <a:p>
            <a:pPr lvl="0"/>
            <a:r>
              <a:rPr lang="en-US" noProof="0"/>
              <a:t>Click to add title</a:t>
            </a:r>
          </a:p>
        </p:txBody>
      </p:sp>
      <p:pic>
        <p:nvPicPr>
          <p:cNvPr id="8" name="Logo"/>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spTree>
    <p:extLst>
      <p:ext uri="{BB962C8B-B14F-4D97-AF65-F5344CB8AC3E}">
        <p14:creationId xmlns:p14="http://schemas.microsoft.com/office/powerpoint/2010/main" val="176259228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for Speaker – Version 3">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C4DB5B76-F41A-4B9A-92CC-7CBE8C6EF1EF}"/>
              </a:ext>
            </a:extLst>
          </p:cNvPr>
          <p:cNvSpPr>
            <a:spLocks noGrp="1"/>
          </p:cNvSpPr>
          <p:nvPr>
            <p:ph type="ftr" sz="quarter" idx="10"/>
          </p:nvPr>
        </p:nvSpPr>
        <p:spPr/>
        <p:txBody>
          <a:bodyPr/>
          <a:lstStyle/>
          <a:p>
            <a:r>
              <a:rPr lang="en-US" noProof="0" dirty="0"/>
              <a:t>Footer text</a:t>
            </a:r>
          </a:p>
        </p:txBody>
      </p:sp>
      <p:sp>
        <p:nvSpPr>
          <p:cNvPr id="6" name="Slide Number Placeholder">
            <a:extLst>
              <a:ext uri="{FF2B5EF4-FFF2-40B4-BE49-F238E27FC236}">
                <a16:creationId xmlns:a16="http://schemas.microsoft.com/office/drawing/2014/main" id="{871D1B19-4FC7-4864-9AAF-3307DBABF0DF}"/>
              </a:ext>
            </a:extLst>
          </p:cNvPr>
          <p:cNvSpPr>
            <a:spLocks noGrp="1"/>
          </p:cNvSpPr>
          <p:nvPr>
            <p:ph type="sldNum" sz="quarter" idx="11"/>
          </p:nvPr>
        </p:nvSpPr>
        <p:spPr/>
        <p:txBody>
          <a:bodyPr/>
          <a:lstStyle/>
          <a:p>
            <a:fld id="{A930EF64-91C9-4EBD-82F9-3643AB15A28C}" type="slidenum">
              <a:rPr lang="en-US" noProof="0" smtClean="0"/>
              <a:pPr/>
              <a:t>‹#›</a:t>
            </a:fld>
            <a:endParaRPr lang="en-US" noProof="0" dirty="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dirty="0">
              <a:ln>
                <a:noFill/>
              </a:ln>
              <a:solidFill>
                <a:prstClr val="white"/>
              </a:solidFill>
              <a:effectLst/>
              <a:uLnTx/>
              <a:uFillTx/>
              <a:latin typeface="Arial"/>
              <a:ea typeface="+mn-ea"/>
              <a:cs typeface="Arial" pitchFamily="34" charset="0"/>
            </a:endParaRPr>
          </a:p>
        </p:txBody>
      </p:sp>
      <p:pic>
        <p:nvPicPr>
          <p:cNvPr id="2" name="Title Picture version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8400" y="0"/>
            <a:ext cx="6094475" cy="6857999"/>
          </a:xfrm>
          <a:prstGeom prst="rect">
            <a:avLst/>
          </a:prstGeom>
          <a:ln w="6350">
            <a:solidFill>
              <a:schemeClr val="bg1">
                <a:lumMod val="95000"/>
              </a:schemeClr>
            </a:solidFill>
            <a:miter lim="800000"/>
          </a:ln>
        </p:spPr>
      </p:pic>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dirty="0"/>
              <a:t>Speaker Name </a:t>
            </a:r>
            <a:br>
              <a:rPr lang="en-US" noProof="0" dirty="0"/>
            </a:br>
            <a:r>
              <a:rPr lang="en-US" noProof="0" dirty="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a:defRPr lang="en-US" noProof="0" dirty="0"/>
            </a:lvl1pPr>
          </a:lstStyle>
          <a:p>
            <a:pPr lvl="0"/>
            <a:r>
              <a:rPr lang="en-US" noProof="0" dirty="0"/>
              <a:t>Click to add title</a:t>
            </a:r>
          </a:p>
        </p:txBody>
      </p:sp>
      <p:pic>
        <p:nvPicPr>
          <p:cNvPr id="8" name="Logo"/>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spTree>
    <p:extLst>
      <p:ext uri="{BB962C8B-B14F-4D97-AF65-F5344CB8AC3E}">
        <p14:creationId xmlns:p14="http://schemas.microsoft.com/office/powerpoint/2010/main" val="26520522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1A7223DA-1D3F-4531-BEC2-1CB60D927375}"/>
              </a:ext>
            </a:extLst>
          </p:cNvPr>
          <p:cNvSpPr>
            <a:spLocks noGrp="1"/>
          </p:cNvSpPr>
          <p:nvPr>
            <p:ph type="ftr" sz="quarter" idx="16"/>
          </p:nvPr>
        </p:nvSpPr>
        <p:spPr/>
        <p:txBody>
          <a:bodyPr/>
          <a:lstStyle/>
          <a:p>
            <a:r>
              <a:rPr lang="en-US" noProof="0"/>
              <a:t>Footer text</a:t>
            </a:r>
          </a:p>
        </p:txBody>
      </p:sp>
      <p:sp>
        <p:nvSpPr>
          <p:cNvPr id="9" name="Slide Number Placeholder">
            <a:extLst>
              <a:ext uri="{FF2B5EF4-FFF2-40B4-BE49-F238E27FC236}">
                <a16:creationId xmlns:a16="http://schemas.microsoft.com/office/drawing/2014/main" id="{22D552AE-634D-49AB-8A75-90A3811E881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5" name="Text Placeholder"/>
          <p:cNvSpPr>
            <a:spLocks noGrp="1"/>
          </p:cNvSpPr>
          <p:nvPr>
            <p:ph type="body" sz="quarter" idx="15" hasCustomPrompt="1"/>
          </p:nvPr>
        </p:nvSpPr>
        <p:spPr bwMode="gray">
          <a:xfrm>
            <a:off x="3" y="1090799"/>
            <a:ext cx="10137600" cy="5331600"/>
          </a:xfrm>
          <a:prstGeom prst="rect">
            <a:avLst/>
          </a:prstGeom>
        </p:spPr>
        <p:txBody>
          <a:bodyPr/>
          <a:lstStyle>
            <a:lvl1pPr marL="630000" indent="-630000">
              <a:buFont typeface="+mj-lt"/>
              <a:buAutoNum type="arabicPeriod"/>
              <a:defRPr b="0" baseline="0"/>
            </a:lvl1pPr>
            <a:lvl2pPr marL="982800" indent="-270000">
              <a:defRPr/>
            </a:lvl2pPr>
            <a:lvl3pPr marL="1342800" indent="-266400">
              <a:buFont typeface="Symbol" panose="05050102010706020507" pitchFamily="18" charset="2"/>
              <a:buChar char="-"/>
              <a:defRPr/>
            </a:lvl3pPr>
            <a:lvl4pPr marL="1699200" indent="-266400">
              <a:defRPr/>
            </a:lvl4pPr>
            <a:lvl5pPr marL="2059200" indent="-266700">
              <a:defRPr/>
            </a:lvl5pPr>
          </a:lstStyle>
          <a:p>
            <a:pPr lvl="0"/>
            <a:r>
              <a:rPr lang="en-US" noProof="0"/>
              <a:t>Click to add chapter (active chapter in bold)</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le"/>
          <p:cNvSpPr>
            <a:spLocks noGrp="1"/>
          </p:cNvSpPr>
          <p:nvPr>
            <p:ph type="title" hasCustomPrompt="1"/>
          </p:nvPr>
        </p:nvSpPr>
        <p:spPr/>
        <p:txBody>
          <a:bodyPr/>
          <a:lstStyle/>
          <a:p>
            <a:r>
              <a:rPr lang="en-US" noProof="0"/>
              <a:t>Click to add contents</a:t>
            </a:r>
          </a:p>
        </p:txBody>
      </p:sp>
    </p:spTree>
    <p:extLst>
      <p:ext uri="{BB962C8B-B14F-4D97-AF65-F5344CB8AC3E}">
        <p14:creationId xmlns:p14="http://schemas.microsoft.com/office/powerpoint/2010/main" val="1651048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9F4DFDF0-0B44-48E7-B482-FA214B6813AE}"/>
              </a:ext>
            </a:extLst>
          </p:cNvPr>
          <p:cNvSpPr>
            <a:spLocks noGrp="1"/>
          </p:cNvSpPr>
          <p:nvPr>
            <p:ph type="ftr" sz="quarter" idx="16"/>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515C8023-6CA7-4538-BC5A-F44602780247}"/>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8" name="Text Placeholder"/>
          <p:cNvSpPr>
            <a:spLocks noGrp="1"/>
          </p:cNvSpPr>
          <p:nvPr>
            <p:ph type="body" sz="quarter" idx="15" hasCustomPrompt="1"/>
          </p:nvPr>
        </p:nvSpPr>
        <p:spPr bwMode="gray">
          <a:xfrm>
            <a:off x="3" y="1090799"/>
            <a:ext cx="10137600" cy="5331600"/>
          </a:xfrm>
          <a:prstGeom prst="rect">
            <a:avLst/>
          </a:prstGeom>
        </p:spPr>
        <p:txBody>
          <a:bodyPr vert="horz" lIns="450000" tIns="190800" rIns="91440" bIns="45720" rtlCol="0">
            <a:noAutofit/>
          </a:bodyPr>
          <a:lstStyle>
            <a:lvl1pPr>
              <a:defRPr lang="en-US" noProof="0" dirty="0" smtClean="0"/>
            </a:lvl1pPr>
            <a:lvl2pPr>
              <a:defRPr lang="en-US" noProof="0" dirty="0" smtClean="0"/>
            </a:lvl2pPr>
            <a:lvl3pPr>
              <a:defRPr lang="en-US" noProof="0" dirty="0" smtClean="0"/>
            </a:lvl3pPr>
            <a:lvl4pPr>
              <a:defRPr lang="en-US" noProof="0" dirty="0" smtClean="0"/>
            </a:lvl4pPr>
            <a:lvl5pPr>
              <a:defRPr lang="en-US" noProof="0" dirty="0" smtClean="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527220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2 pictures">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6484DE6C-01C4-4549-8868-BC91980DA1B8}"/>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47B61BDE-5EB2-439B-87EA-3291DABA7078}"/>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8136000" y="3981600"/>
            <a:ext cx="4064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8136000" y="1090799"/>
            <a:ext cx="4064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799"/>
            <a:ext cx="81360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8"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39533410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2 text + 1 halfsize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99F85A85-2456-4567-AD94-8845D76D276C}"/>
              </a:ext>
            </a:extLst>
          </p:cNvPr>
          <p:cNvSpPr>
            <a:spLocks noGrp="1"/>
          </p:cNvSpPr>
          <p:nvPr>
            <p:ph type="ftr" sz="quarter" idx="16"/>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CDB31999-ACD1-4446-88FC-073D53B8E87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845138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 text + 1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5192BE08-D7FF-416E-BE68-DD5FA8DD6D56}"/>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27640755-13F0-423E-A8D5-986F786D5482}"/>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6098400" cy="4321414"/>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586413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text + 2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88D676BE-C49F-4CF3-A83C-582B2EB62ECB}"/>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9757859A-C6FD-456E-AD04-51BA82F9F30A}"/>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6098400" y="1090799"/>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4" name="Title"/>
          <p:cNvSpPr>
            <a:spLocks noGrp="1"/>
          </p:cNvSpPr>
          <p:nvPr>
            <p:ph type="title" hasCustomPrompt="1"/>
          </p:nvPr>
        </p:nvSpPr>
        <p:spPr>
          <a:xfrm>
            <a:off x="0" y="450001"/>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805185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 text + 3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0F761C-97E7-4B2C-A6DB-271C198DEA62}"/>
              </a:ext>
            </a:extLst>
          </p:cNvPr>
          <p:cNvSpPr>
            <a:spLocks noGrp="1"/>
          </p:cNvSpPr>
          <p:nvPr>
            <p:ph type="ftr" sz="quarter" idx="18"/>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C418DBE4-B032-4AE5-9085-D2385C26C94D}"/>
              </a:ext>
            </a:extLst>
          </p:cNvPr>
          <p:cNvSpPr>
            <a:spLocks noGrp="1"/>
          </p:cNvSpPr>
          <p:nvPr>
            <p:ph type="sldNum" sz="quarter" idx="19"/>
          </p:nvPr>
        </p:nvSpPr>
        <p:spPr/>
        <p:txBody>
          <a:bodyPr/>
          <a:lstStyle/>
          <a:p>
            <a:fld id="{A930EF64-91C9-4EBD-82F9-3643AB15A28C}" type="slidenum">
              <a:rPr lang="en-US" noProof="0" smtClean="0"/>
              <a:pPr/>
              <a:t>‹#›</a:t>
            </a:fld>
            <a:endParaRPr lang="en-US" noProof="0"/>
          </a:p>
        </p:txBody>
      </p:sp>
      <p:sp>
        <p:nvSpPr>
          <p:cNvPr id="10" name="Picture Placeholder 3"/>
          <p:cNvSpPr>
            <a:spLocks noGrp="1"/>
          </p:cNvSpPr>
          <p:nvPr>
            <p:ph type="pic" sz="quarter" idx="17" hasCustomPrompt="1"/>
          </p:nvPr>
        </p:nvSpPr>
        <p:spPr bwMode="gray">
          <a:xfrm>
            <a:off x="9151200" y="3981600"/>
            <a:ext cx="3045600" cy="2883600"/>
          </a:xfr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p:txBody>
      </p:sp>
      <p:sp>
        <p:nvSpPr>
          <p:cNvPr id="3" name="Picture Placeholder 2"/>
          <p:cNvSpPr>
            <a:spLocks noGrp="1"/>
          </p:cNvSpPr>
          <p:nvPr>
            <p:ph type="pic" sz="quarter" idx="16" hasCustomPrompt="1"/>
          </p:nvPr>
        </p:nvSpPr>
        <p:spPr bwMode="gray">
          <a:xfrm>
            <a:off x="6098400" y="3981600"/>
            <a:ext cx="3045600" cy="2883600"/>
          </a:xfrm>
          <a:ln w="6350">
            <a:solidFill>
              <a:schemeClr val="bg1">
                <a:lumMod val="95000"/>
              </a:schemeClr>
            </a:solidFill>
            <a:miter lim="800000"/>
          </a:ln>
        </p:spPr>
        <p:txBody>
          <a:bodyPr/>
          <a:lstStyle>
            <a:lvl1pPr marL="0" indent="0">
              <a:buNone/>
              <a:defRPr/>
            </a:lvl1pPr>
          </a:lstStyle>
          <a:p>
            <a:r>
              <a:rPr lang="en-US" noProof="0" dirty="0"/>
              <a:t>Click on symbol to add picture</a:t>
            </a:r>
          </a:p>
        </p:txBody>
      </p:sp>
      <p:sp>
        <p:nvSpPr>
          <p:cNvPr id="4" name="Picture Placeholder 1"/>
          <p:cNvSpPr>
            <a:spLocks noGrp="1"/>
          </p:cNvSpPr>
          <p:nvPr>
            <p:ph type="pic" sz="quarter" idx="14"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47806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 3 small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4221ECB-122E-407B-9764-357AD2433556}"/>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3209F383-5AD8-4BEC-863A-2D72A7D3951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6" name="Picture Placeholder 3">
            <a:extLst>
              <a:ext uri="{FF2B5EF4-FFF2-40B4-BE49-F238E27FC236}">
                <a16:creationId xmlns:a16="http://schemas.microsoft.com/office/drawing/2014/main" id="{B7155D95-8CF2-4871-9E93-C5776EC6AEFD}"/>
              </a:ext>
            </a:extLst>
          </p:cNvPr>
          <p:cNvSpPr>
            <a:spLocks noGrp="1"/>
          </p:cNvSpPr>
          <p:nvPr>
            <p:ph type="pic" sz="quarter" idx="22"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5" name="Picture Placeholder 2">
            <a:extLst>
              <a:ext uri="{FF2B5EF4-FFF2-40B4-BE49-F238E27FC236}">
                <a16:creationId xmlns:a16="http://schemas.microsoft.com/office/drawing/2014/main" id="{6FFFBCA8-1957-4710-B7E3-26115B999CE2}"/>
              </a:ext>
            </a:extLst>
          </p:cNvPr>
          <p:cNvSpPr>
            <a:spLocks noGrp="1"/>
          </p:cNvSpPr>
          <p:nvPr>
            <p:ph type="pic" sz="quarter" idx="18"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a:extLst>
              <a:ext uri="{FF2B5EF4-FFF2-40B4-BE49-F238E27FC236}">
                <a16:creationId xmlns:a16="http://schemas.microsoft.com/office/drawing/2014/main" id="{E6E47F99-2029-4182-9703-E617B8F0F221}"/>
              </a:ext>
            </a:extLst>
          </p:cNvPr>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6" name="Text Placeholder"/>
          <p:cNvSpPr>
            <a:spLocks noGrp="1"/>
          </p:cNvSpPr>
          <p:nvPr>
            <p:ph type="body" sz="quarter" idx="15" hasCustomPrompt="1"/>
          </p:nvPr>
        </p:nvSpPr>
        <p:spPr bwMode="gray">
          <a:xfrm>
            <a:off x="1" y="1090800"/>
            <a:ext cx="81360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0"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7351559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screen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E53EAF44-3DBF-4702-A59C-62B56C67E84C}"/>
              </a:ext>
            </a:extLst>
          </p:cNvPr>
          <p:cNvSpPr>
            <a:spLocks noGrp="1"/>
          </p:cNvSpPr>
          <p:nvPr>
            <p:ph type="ftr" sz="quarter" idx="15"/>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71EA1DDB-97CD-49FA-ADFD-D8BE9D94A264}"/>
              </a:ext>
            </a:extLst>
          </p:cNvPr>
          <p:cNvSpPr>
            <a:spLocks noGrp="1"/>
          </p:cNvSpPr>
          <p:nvPr>
            <p:ph type="sldNum" sz="quarter" idx="16"/>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6851439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screen picture with text overlay">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3CF061-CE3B-477C-BF53-46C74855204B}"/>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4033E844-A321-496B-BCE0-305FF3755D7E}"/>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baseline="0"/>
            </a:lvl1pPr>
          </a:lstStyle>
          <a:p>
            <a:pPr lvl="0"/>
            <a:r>
              <a:rPr lang="en-US" noProof="0"/>
              <a:t>Click to edit text</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4973679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lication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A0D634CA-AF9C-4B0E-B84B-2BE960996021}"/>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C2FED48F-6577-44F0-BAAE-6D7A8C662C25}"/>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0" name="Picture Placeholder 1"/>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5" name="Picture Placeholder 4"/>
          <p:cNvSpPr>
            <a:spLocks noGrp="1"/>
          </p:cNvSpPr>
          <p:nvPr>
            <p:ph type="pic" sz="quarter" idx="16" hasCustomPrompt="1"/>
          </p:nvPr>
        </p:nvSpPr>
        <p:spPr bwMode="gray">
          <a:xfrm>
            <a:off x="101736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8" name="Picture Placeholder 3"/>
          <p:cNvSpPr>
            <a:spLocks noGrp="1"/>
          </p:cNvSpPr>
          <p:nvPr>
            <p:ph type="pic" sz="quarter" idx="17" hasCustomPrompt="1"/>
          </p:nvPr>
        </p:nvSpPr>
        <p:spPr bwMode="gray">
          <a:xfrm>
            <a:off x="81360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9" name="Picture Placeholder 2"/>
          <p:cNvSpPr>
            <a:spLocks noGrp="1"/>
          </p:cNvSpPr>
          <p:nvPr>
            <p:ph type="pic" sz="quarter" idx="18" hasCustomPrompt="1"/>
          </p:nvPr>
        </p:nvSpPr>
        <p:spPr bwMode="gray">
          <a:xfrm>
            <a:off x="60984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dirty="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sz="1800" baseline="0"/>
            </a:lvl1pPr>
            <a:lvl2pPr marL="360362" indent="0">
              <a:buNone/>
              <a:defRPr/>
            </a:lvl2pPr>
          </a:lstStyle>
          <a:p>
            <a:pPr lvl="0"/>
            <a:r>
              <a:rPr lang="en-US" noProof="0" dirty="0"/>
              <a:t>Click to edit text </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383884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xternal graphics with sourc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82A5F8D-3649-45B4-8E98-726A38D577FF}"/>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F10BE100-9EF6-469D-B237-64DA3A3E339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16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1" name="Text Placeholder"/>
          <p:cNvSpPr>
            <a:spLocks noGrp="1"/>
          </p:cNvSpPr>
          <p:nvPr>
            <p:ph type="body" sz="quarter" idx="15" hasCustomPrompt="1"/>
          </p:nvPr>
        </p:nvSpPr>
        <p:spPr bwMode="gray">
          <a:xfrm rot="16200000">
            <a:off x="9316229" y="3609679"/>
            <a:ext cx="5337307" cy="302081"/>
          </a:xfrm>
          <a:prstGeom prst="rect">
            <a:avLst/>
          </a:prstGeom>
        </p:spPr>
        <p:txBody>
          <a:bodyPr wrap="square" lIns="72000" tIns="54000" bIns="108000" anchor="b" anchorCtr="0">
            <a:spAutoFit/>
          </a:bodyPr>
          <a:lstStyle>
            <a:lvl1pPr marL="0" indent="0">
              <a:buNone/>
              <a:defRPr sz="900">
                <a:solidFill>
                  <a:schemeClr val="accent1"/>
                </a:solidFill>
              </a:defRPr>
            </a:lvl1pPr>
            <a:lvl2pPr marL="360362" indent="0">
              <a:buNone/>
              <a:defRPr sz="1100">
                <a:solidFill>
                  <a:schemeClr val="accent2"/>
                </a:solidFill>
              </a:defRPr>
            </a:lvl2pPr>
            <a:lvl3pPr marL="715962" indent="0">
              <a:buNone/>
              <a:defRPr sz="1100">
                <a:solidFill>
                  <a:schemeClr val="accent2"/>
                </a:solidFill>
              </a:defRPr>
            </a:lvl3pPr>
            <a:lvl4pPr marL="1076325" indent="0">
              <a:buNone/>
              <a:defRPr sz="1100">
                <a:solidFill>
                  <a:schemeClr val="accent2"/>
                </a:solidFill>
              </a:defRPr>
            </a:lvl4pPr>
            <a:lvl5pPr marL="1433513" indent="0">
              <a:buNone/>
              <a:defRPr sz="1100">
                <a:solidFill>
                  <a:schemeClr val="accent2"/>
                </a:solidFill>
              </a:defRPr>
            </a:lvl5pPr>
          </a:lstStyle>
          <a:p>
            <a:pPr lvl="0"/>
            <a:r>
              <a:rPr lang="en-US" noProof="0"/>
              <a:t>Click here to edit source</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5116482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creenshot with description">
    <p:spTree>
      <p:nvGrpSpPr>
        <p:cNvPr id="1" name=""/>
        <p:cNvGrpSpPr/>
        <p:nvPr/>
      </p:nvGrpSpPr>
      <p:grpSpPr>
        <a:xfrm>
          <a:off x="0" y="0"/>
          <a:ext cx="0" cy="0"/>
          <a:chOff x="0" y="0"/>
          <a:chExt cx="0" cy="0"/>
        </a:xfrm>
      </p:grpSpPr>
      <p:sp>
        <p:nvSpPr>
          <p:cNvPr id="13" name="Picture Placeholder"/>
          <p:cNvSpPr>
            <a:spLocks noGrp="1"/>
          </p:cNvSpPr>
          <p:nvPr>
            <p:ph type="pic" sz="quarter" idx="16" hasCustomPrompt="1"/>
          </p:nvPr>
        </p:nvSpPr>
        <p:spPr bwMode="gray">
          <a:xfrm>
            <a:off x="2040467" y="2540212"/>
            <a:ext cx="10151533" cy="4320000"/>
          </a:xfrm>
          <a:prstGeom prst="rect">
            <a:avLst/>
          </a:prstGeom>
          <a:ln w="6350">
            <a:noFill/>
            <a:miter lim="800000"/>
          </a:ln>
        </p:spPr>
        <p:txBody>
          <a:bodyPr/>
          <a:lstStyle>
            <a:lvl1pPr marL="0" indent="0">
              <a:buNone/>
              <a:defRPr/>
            </a:lvl1pPr>
          </a:lstStyle>
          <a:p>
            <a:r>
              <a:rPr lang="en-US" noProof="0"/>
              <a:t>Click on symbol to add picture</a:t>
            </a:r>
          </a:p>
        </p:txBody>
      </p:sp>
      <p:sp>
        <p:nvSpPr>
          <p:cNvPr id="2" name="Footer Placeholder">
            <a:extLst>
              <a:ext uri="{FF2B5EF4-FFF2-40B4-BE49-F238E27FC236}">
                <a16:creationId xmlns:a16="http://schemas.microsoft.com/office/drawing/2014/main" id="{63CA297C-D9EC-49EA-B20C-E781D32F0224}"/>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BFB16F39-1614-43D4-8F87-1F37EB349457}"/>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6" name="Text Placeholder"/>
          <p:cNvSpPr>
            <a:spLocks noGrp="1"/>
          </p:cNvSpPr>
          <p:nvPr>
            <p:ph type="body" sz="quarter" idx="15" hasCustomPrompt="1"/>
          </p:nvPr>
        </p:nvSpPr>
        <p:spPr bwMode="gray">
          <a:xfrm>
            <a:off x="1" y="1090801"/>
            <a:ext cx="10137600" cy="5329475"/>
          </a:xfrm>
          <a:prstGeom prst="rect">
            <a:avLst/>
          </a:prstGeom>
        </p:spPr>
        <p:txBody>
          <a:bodyPr/>
          <a:lstStyle>
            <a:lvl1pPr>
              <a:defRPr/>
            </a:lvl1pPr>
          </a:lstStyle>
          <a:p>
            <a:pPr lvl="0"/>
            <a:r>
              <a:rPr lang="en-US" noProof="0"/>
              <a:t>Click to add text</a:t>
            </a:r>
          </a:p>
          <a:p>
            <a:pPr lvl="1"/>
            <a:r>
              <a:rPr lang="en-US" noProof="0"/>
              <a:t>Second level</a:t>
            </a:r>
          </a:p>
          <a:p>
            <a:pPr lvl="0"/>
            <a:endParaRPr lang="en-US" noProof="0"/>
          </a:p>
        </p:txBody>
      </p:sp>
      <p:sp>
        <p:nvSpPr>
          <p:cNvPr id="5" name="Title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1857753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AF9FEAD5-3A95-43C7-B7DB-35A714945450}"/>
              </a:ext>
            </a:extLst>
          </p:cNvPr>
          <p:cNvSpPr>
            <a:spLocks noGrp="1"/>
          </p:cNvSpPr>
          <p:nvPr>
            <p:ph type="ftr" sz="quarter" idx="12"/>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2CCCD6F8-28B9-4BC0-A6CF-1354A6BBF0EA}"/>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Picture Placeholder 2"/>
          <p:cNvSpPr>
            <a:spLocks noGrp="1"/>
          </p:cNvSpPr>
          <p:nvPr>
            <p:ph type="pic" sz="quarter" idx="11"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5" name="Picture Placeholder 1"/>
          <p:cNvSpPr>
            <a:spLocks noGrp="1"/>
          </p:cNvSpPr>
          <p:nvPr>
            <p:ph type="pic" sz="quarter" idx="10" hasCustomPrompt="1"/>
          </p:nvPr>
        </p:nvSpPr>
        <p:spPr bwMode="gray">
          <a:xfrm>
            <a:off x="-7200" y="1090800"/>
            <a:ext cx="60984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4541835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9209FD55-FA07-444B-A15E-1DF999425FDD}"/>
              </a:ext>
            </a:extLst>
          </p:cNvPr>
          <p:cNvSpPr>
            <a:spLocks noGrp="1"/>
          </p:cNvSpPr>
          <p:nvPr>
            <p:ph type="ftr" sz="quarter" idx="14"/>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A3C92518-CBDC-4A28-AD37-4D9787D4DC5E}"/>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11" name="Picture Placeholder 4"/>
          <p:cNvSpPr>
            <a:spLocks noGrp="1"/>
          </p:cNvSpPr>
          <p:nvPr>
            <p:ph type="pic" sz="quarter" idx="13"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0" name="Picture Placeholder 3"/>
          <p:cNvSpPr>
            <a:spLocks noGrp="1"/>
          </p:cNvSpPr>
          <p:nvPr>
            <p:ph type="pic" sz="quarter" idx="12" hasCustomPrompt="1"/>
          </p:nvPr>
        </p:nvSpPr>
        <p:spPr bwMode="gray">
          <a:xfrm>
            <a:off x="-7200" y="39816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9" name="Picture Placeholder 2"/>
          <p:cNvSpPr>
            <a:spLocks noGrp="1"/>
          </p:cNvSpPr>
          <p:nvPr>
            <p:ph type="pic" sz="quarter" idx="11"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7" name="Picture Placeholder 1"/>
          <p:cNvSpPr>
            <a:spLocks noGrp="1"/>
          </p:cNvSpPr>
          <p:nvPr>
            <p:ph type="pic" sz="quarter" idx="10" hasCustomPrompt="1"/>
          </p:nvPr>
        </p:nvSpPr>
        <p:spPr bwMode="gray">
          <a:xfrm>
            <a:off x="-7200" y="10908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9181446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010A4CBC-CA71-4748-BD7B-CA5DBB0A480A}"/>
              </a:ext>
            </a:extLst>
          </p:cNvPr>
          <p:cNvSpPr>
            <a:spLocks noGrp="1"/>
          </p:cNvSpPr>
          <p:nvPr>
            <p:ph type="ftr" sz="quarter" idx="16"/>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B9452A79-03F3-4ADC-BA22-73980563DB6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6"/>
          <p:cNvSpPr>
            <a:spLocks noGrp="1"/>
          </p:cNvSpPr>
          <p:nvPr>
            <p:ph type="pic" sz="quarter" idx="15" hasCustomPrompt="1"/>
          </p:nvPr>
        </p:nvSpPr>
        <p:spPr bwMode="gray">
          <a:xfrm>
            <a:off x="81360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5" name="Picture Placeholder 5"/>
          <p:cNvSpPr>
            <a:spLocks noGrp="1"/>
          </p:cNvSpPr>
          <p:nvPr>
            <p:ph type="pic" sz="quarter" idx="14" hasCustomPrompt="1"/>
          </p:nvPr>
        </p:nvSpPr>
        <p:spPr bwMode="gray">
          <a:xfrm>
            <a:off x="40632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4" name="Picture Placeholder 4"/>
          <p:cNvSpPr>
            <a:spLocks noGrp="1"/>
          </p:cNvSpPr>
          <p:nvPr>
            <p:ph type="pic" sz="quarter" idx="13" hasCustomPrompt="1"/>
          </p:nvPr>
        </p:nvSpPr>
        <p:spPr bwMode="gray">
          <a:xfrm>
            <a:off x="-72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1" name="Picture Placeholder 3"/>
          <p:cNvSpPr>
            <a:spLocks noGrp="1"/>
          </p:cNvSpPr>
          <p:nvPr>
            <p:ph type="pic" sz="quarter" idx="12" hasCustomPrompt="1"/>
          </p:nvPr>
        </p:nvSpPr>
        <p:spPr bwMode="gray">
          <a:xfrm>
            <a:off x="81360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3" name="Picture Placeholder 2"/>
          <p:cNvSpPr>
            <a:spLocks noGrp="1"/>
          </p:cNvSpPr>
          <p:nvPr>
            <p:ph type="pic" sz="quarter" idx="11" hasCustomPrompt="1"/>
          </p:nvPr>
        </p:nvSpPr>
        <p:spPr bwMode="gray">
          <a:xfrm>
            <a:off x="40632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p:cNvSpPr>
            <a:spLocks noGrp="1"/>
          </p:cNvSpPr>
          <p:nvPr>
            <p:ph type="pic" sz="quarter" idx="10" hasCustomPrompt="1"/>
          </p:nvPr>
        </p:nvSpPr>
        <p:spPr bwMode="gray">
          <a:xfrm>
            <a:off x="-72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371363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3B7F431F-6C16-4EAF-9D55-96329CEFBE38}"/>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5BE701F0-2D10-4EB7-BFE4-BEEC39397E9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20" name="Picture Placeholder 9"/>
          <p:cNvSpPr>
            <a:spLocks noGrp="1"/>
          </p:cNvSpPr>
          <p:nvPr>
            <p:ph type="pic" sz="quarter" idx="18"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9" name="Picture Placeholder 8"/>
          <p:cNvSpPr>
            <a:spLocks noGrp="1"/>
          </p:cNvSpPr>
          <p:nvPr>
            <p:ph type="pic" sz="quarter" idx="17" hasCustomPrompt="1"/>
          </p:nvPr>
        </p:nvSpPr>
        <p:spPr bwMode="gray">
          <a:xfrm>
            <a:off x="40644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8" name="Picture Placeholder 7"/>
          <p:cNvSpPr>
            <a:spLocks noGrp="1"/>
          </p:cNvSpPr>
          <p:nvPr>
            <p:ph type="pic" sz="quarter" idx="16" hasCustomPrompt="1"/>
          </p:nvPr>
        </p:nvSpPr>
        <p:spPr bwMode="gray">
          <a:xfrm>
            <a:off x="-72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7" name="Picture Placeholder 6"/>
          <p:cNvSpPr>
            <a:spLocks noGrp="1"/>
          </p:cNvSpPr>
          <p:nvPr>
            <p:ph type="pic" sz="quarter" idx="15"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6" name="Picture Placeholder 5"/>
          <p:cNvSpPr>
            <a:spLocks noGrp="1"/>
          </p:cNvSpPr>
          <p:nvPr>
            <p:ph type="pic" sz="quarter" idx="14" hasCustomPrompt="1"/>
          </p:nvPr>
        </p:nvSpPr>
        <p:spPr bwMode="gray">
          <a:xfrm>
            <a:off x="4064400" y="3020400"/>
            <a:ext cx="4065600" cy="19224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5" name="Picture Placeholder 4"/>
          <p:cNvSpPr>
            <a:spLocks noGrp="1"/>
          </p:cNvSpPr>
          <p:nvPr>
            <p:ph type="pic" sz="quarter" idx="13" hasCustomPrompt="1"/>
          </p:nvPr>
        </p:nvSpPr>
        <p:spPr bwMode="gray">
          <a:xfrm>
            <a:off x="-72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4" name="Picture Placeholder 3"/>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3" name="Picture Placeholder 2"/>
          <p:cNvSpPr>
            <a:spLocks noGrp="1"/>
          </p:cNvSpPr>
          <p:nvPr>
            <p:ph type="pic" sz="quarter" idx="11" hasCustomPrompt="1"/>
          </p:nvPr>
        </p:nvSpPr>
        <p:spPr bwMode="gray">
          <a:xfrm>
            <a:off x="40644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12" name="Picture Placeholder 1"/>
          <p:cNvSpPr>
            <a:spLocks noGrp="1"/>
          </p:cNvSpPr>
          <p:nvPr>
            <p:ph type="pic" sz="quarter" idx="10" hasCustomPrompt="1"/>
          </p:nvPr>
        </p:nvSpPr>
        <p:spPr bwMode="gray">
          <a:xfrm>
            <a:off x="-72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dirty="0"/>
              <a:t>Click on symbol to add picture</a:t>
            </a:r>
          </a:p>
          <a:p>
            <a:endParaRPr lang="en-US" noProof="0" dirty="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9354380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Black"/>
          <p:cNvSpPr/>
          <p:nvPr userDrawn="1"/>
        </p:nvSpPr>
        <p:spPr bwMode="ltGray">
          <a:xfrm>
            <a:off x="-1" y="0"/>
            <a:ext cx="12192001" cy="6858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dirty="0">
              <a:solidFill>
                <a:schemeClr val="bg1"/>
              </a:solidFill>
              <a:latin typeface="Arial" pitchFamily="34" charset="0"/>
              <a:cs typeface="Arial" pitchFamily="34" charset="0"/>
            </a:endParaRPr>
          </a:p>
        </p:txBody>
      </p:sp>
      <p:sp>
        <p:nvSpPr>
          <p:cNvPr id="4" name="Footer Placeholder">
            <a:extLst>
              <a:ext uri="{FF2B5EF4-FFF2-40B4-BE49-F238E27FC236}">
                <a16:creationId xmlns:a16="http://schemas.microsoft.com/office/drawing/2014/main" id="{22B7274A-E314-4ED9-80AF-92D22D8B8AB2}"/>
              </a:ext>
            </a:extLst>
          </p:cNvPr>
          <p:cNvSpPr>
            <a:spLocks noGrp="1"/>
          </p:cNvSpPr>
          <p:nvPr>
            <p:ph type="ftr" sz="quarter" idx="18"/>
          </p:nvPr>
        </p:nvSpPr>
        <p:spPr/>
        <p:txBody>
          <a:bodyPr/>
          <a:lstStyle/>
          <a:p>
            <a:r>
              <a:rPr lang="en-US" dirty="0"/>
              <a:t>Footer text</a:t>
            </a:r>
          </a:p>
        </p:txBody>
      </p:sp>
      <p:sp>
        <p:nvSpPr>
          <p:cNvPr id="5" name="Slide Number Placeholder">
            <a:extLst>
              <a:ext uri="{FF2B5EF4-FFF2-40B4-BE49-F238E27FC236}">
                <a16:creationId xmlns:a16="http://schemas.microsoft.com/office/drawing/2014/main" id="{BC03AE38-4298-4D83-888D-DAB5D4938648}"/>
              </a:ext>
            </a:extLst>
          </p:cNvPr>
          <p:cNvSpPr>
            <a:spLocks noGrp="1"/>
          </p:cNvSpPr>
          <p:nvPr>
            <p:ph type="sldNum" sz="quarter" idx="19"/>
          </p:nvPr>
        </p:nvSpPr>
        <p:spPr/>
        <p:txBody>
          <a:bodyPr/>
          <a:lstStyle/>
          <a:p>
            <a:fld id="{A930EF64-91C9-4EBD-82F9-3643AB15A28C}" type="slidenum">
              <a:rPr lang="en-US" smtClean="0"/>
              <a:pPr/>
              <a:t>‹#›</a:t>
            </a:fld>
            <a:endParaRPr lang="en-US" dirty="0"/>
          </a:p>
        </p:txBody>
      </p:sp>
      <p:sp>
        <p:nvSpPr>
          <p:cNvPr id="3" name="Media Placeholder"/>
          <p:cNvSpPr>
            <a:spLocks noGrp="1"/>
          </p:cNvSpPr>
          <p:nvPr>
            <p:ph type="media" sz="quarter" idx="17" hasCustomPrompt="1"/>
          </p:nvPr>
        </p:nvSpPr>
        <p:spPr bwMode="white">
          <a:xfrm>
            <a:off x="-1" y="0"/>
            <a:ext cx="12193200" cy="6856226"/>
          </a:xfrm>
          <a:prstGeom prst="rect">
            <a:avLst/>
          </a:prstGeom>
        </p:spPr>
        <p:txBody>
          <a:bodyPr/>
          <a:lstStyle>
            <a:lvl1pPr marL="0" indent="0">
              <a:buNone/>
              <a:defRPr>
                <a:solidFill>
                  <a:schemeClr val="bg1"/>
                </a:solidFill>
              </a:defRPr>
            </a:lvl1pPr>
          </a:lstStyle>
          <a:p>
            <a:r>
              <a:rPr lang="en-US" noProof="0" dirty="0"/>
              <a:t>Click on symbol to add v</a:t>
            </a:r>
            <a:r>
              <a:rPr lang="en-US" dirty="0" err="1"/>
              <a:t>ideo</a:t>
            </a:r>
            <a:r>
              <a:rPr lang="en-US" dirty="0"/>
              <a:t> in 16:9 </a:t>
            </a:r>
            <a:r>
              <a:rPr lang="en-US" dirty="0" err="1"/>
              <a:t>format</a:t>
            </a:r>
            <a:endParaRPr lang="en-US" dirty="0"/>
          </a:p>
        </p:txBody>
      </p:sp>
    </p:spTree>
    <p:extLst>
      <p:ext uri="{BB962C8B-B14F-4D97-AF65-F5344CB8AC3E}">
        <p14:creationId xmlns:p14="http://schemas.microsoft.com/office/powerpoint/2010/main" val="2105187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phics">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6D1787AB-6D34-4497-8839-CEB0A1A22779}"/>
              </a:ext>
            </a:extLst>
          </p:cNvPr>
          <p:cNvSpPr>
            <a:spLocks noGrp="1"/>
          </p:cNvSpPr>
          <p:nvPr>
            <p:ph type="ftr" sz="quarter" idx="14"/>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A3BAD292-9C8A-4178-A096-3F282FE0B149}"/>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9" name="Chart Placeholder"/>
          <p:cNvSpPr>
            <a:spLocks noGrp="1"/>
          </p:cNvSpPr>
          <p:nvPr>
            <p:ph type="chart" sz="quarter" idx="13" hasCustomPrompt="1"/>
          </p:nvPr>
        </p:nvSpPr>
        <p:spPr bwMode="gray">
          <a:xfrm>
            <a:off x="335361" y="1484313"/>
            <a:ext cx="11521279" cy="4969529"/>
          </a:xfrm>
          <a:prstGeom prst="rect">
            <a:avLst/>
          </a:prstGeom>
          <a:ln>
            <a:noFill/>
            <a:miter lim="800000"/>
          </a:ln>
        </p:spPr>
        <p:txBody>
          <a:bodyPr lIns="90000" tIns="0"/>
          <a:lstStyle>
            <a:lvl1pPr marL="0" indent="0">
              <a:buFont typeface="Wingdings" panose="05000000000000000000" pitchFamily="2" charset="2"/>
              <a:buNone/>
              <a:defRPr/>
            </a:lvl1pPr>
          </a:lstStyle>
          <a:p>
            <a:r>
              <a:rPr lang="en-US" noProof="0"/>
              <a:t>Click on symbol to add diagram/chart</a:t>
            </a:r>
          </a:p>
        </p:txBody>
      </p:sp>
      <p:sp>
        <p:nvSpPr>
          <p:cNvPr id="2" name="Title">
            <a:extLst>
              <a:ext uri="{FF2B5EF4-FFF2-40B4-BE49-F238E27FC236}">
                <a16:creationId xmlns:a16="http://schemas.microsoft.com/office/drawing/2014/main" id="{4875A038-76B6-4E5E-9461-7B75B0E9323F}"/>
              </a:ext>
            </a:extLst>
          </p:cNvPr>
          <p:cNvSpPr>
            <a:spLocks noGrp="1"/>
          </p:cNvSpPr>
          <p:nvPr>
            <p:ph type="title" hasCustomPrompt="1"/>
          </p:nvPr>
        </p:nvSpPr>
        <p:spPr/>
        <p:txBody>
          <a:bodyPr/>
          <a:lstStyle>
            <a:lvl1pPr>
              <a:defRPr/>
            </a:lvl1pPr>
          </a:lstStyle>
          <a:p>
            <a:r>
              <a:rPr lang="en-US" noProof="0"/>
              <a:t>Click to add title</a:t>
            </a:r>
          </a:p>
        </p:txBody>
      </p:sp>
    </p:spTree>
    <p:extLst>
      <p:ext uri="{BB962C8B-B14F-4D97-AF65-F5344CB8AC3E}">
        <p14:creationId xmlns:p14="http://schemas.microsoft.com/office/powerpoint/2010/main" val="3188575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40FB082D-0528-4AB0-982F-BB0D654F93F6}"/>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263F52BA-04FF-44FB-AFBA-C472EAF2E03C}"/>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5" name="Table Placeholder">
            <a:extLst>
              <a:ext uri="{FF2B5EF4-FFF2-40B4-BE49-F238E27FC236}">
                <a16:creationId xmlns:a16="http://schemas.microsoft.com/office/drawing/2014/main" id="{67524011-23C3-4303-A154-1A435121F38C}"/>
              </a:ext>
            </a:extLst>
          </p:cNvPr>
          <p:cNvSpPr>
            <a:spLocks noGrp="1"/>
          </p:cNvSpPr>
          <p:nvPr>
            <p:ph type="tbl" sz="quarter" idx="16" hasCustomPrompt="1"/>
          </p:nvPr>
        </p:nvSpPr>
        <p:spPr>
          <a:xfrm>
            <a:off x="0" y="1108800"/>
            <a:ext cx="12200400" cy="5752800"/>
          </a:xfrm>
        </p:spPr>
        <p:txBody>
          <a:bodyPr/>
          <a:lstStyle>
            <a:lvl1pPr marL="0" indent="0">
              <a:buNone/>
              <a:defRPr/>
            </a:lvl1pPr>
          </a:lstStyle>
          <a:p>
            <a:r>
              <a:rPr lang="en-US" noProof="0"/>
              <a:t>Click on symbol to add table</a:t>
            </a:r>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6722247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marL="0" lvl="0"/>
            <a:r>
              <a:rPr lang="en-US" noProof="0"/>
              <a:t>Click to add title</a:t>
            </a:r>
          </a:p>
        </p:txBody>
      </p:sp>
    </p:spTree>
    <p:extLst>
      <p:ext uri="{BB962C8B-B14F-4D97-AF65-F5344CB8AC3E}">
        <p14:creationId xmlns:p14="http://schemas.microsoft.com/office/powerpoint/2010/main" val="12767865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act – EN">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0FABAA2E-4E9A-4460-887B-63388ECCD83C}"/>
              </a:ext>
            </a:extLst>
          </p:cNvPr>
          <p:cNvSpPr>
            <a:spLocks noGrp="1"/>
          </p:cNvSpPr>
          <p:nvPr>
            <p:ph type="ftr" sz="quarter" idx="12"/>
          </p:nvPr>
        </p:nvSpPr>
        <p:spPr/>
        <p:txBody>
          <a:bodyPr/>
          <a:lstStyle/>
          <a:p>
            <a:r>
              <a:rPr lang="en-US" noProof="0" dirty="0"/>
              <a:t>Footer text</a:t>
            </a:r>
          </a:p>
        </p:txBody>
      </p:sp>
      <p:sp>
        <p:nvSpPr>
          <p:cNvPr id="3" name="Slide Number Placeholder">
            <a:extLst>
              <a:ext uri="{FF2B5EF4-FFF2-40B4-BE49-F238E27FC236}">
                <a16:creationId xmlns:a16="http://schemas.microsoft.com/office/drawing/2014/main" id="{5272A250-950F-4B10-8016-B1DD44A8958C}"/>
              </a:ext>
            </a:extLst>
          </p:cNvPr>
          <p:cNvSpPr>
            <a:spLocks noGrp="1"/>
          </p:cNvSpPr>
          <p:nvPr>
            <p:ph type="sldNum" sz="quarter" idx="13"/>
          </p:nvPr>
        </p:nvSpPr>
        <p:spPr/>
        <p:txBody>
          <a:bodyPr/>
          <a:lstStyle/>
          <a:p>
            <a:fld id="{A930EF64-91C9-4EBD-82F9-3643AB15A28C}" type="slidenum">
              <a:rPr lang="en-US" noProof="0" smtClean="0"/>
              <a:pPr/>
              <a:t>‹#›</a:t>
            </a:fld>
            <a:endParaRPr lang="en-US" noProof="0" dirty="0"/>
          </a:p>
        </p:txBody>
      </p:sp>
      <p:sp>
        <p:nvSpPr>
          <p:cNvPr id="7" name="Legal Notes"/>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dirty="0"/>
              <a:t>© Beckhoff Automation GmbH &amp; Co. KG</a:t>
            </a:r>
          </a:p>
          <a:p>
            <a:pPr lvl="0"/>
            <a:endParaRPr lang="en-US" altLang="en-US" noProof="0" dirty="0"/>
          </a:p>
          <a:p>
            <a:pPr lvl="0"/>
            <a:r>
              <a:rPr lang="en-US" altLang="en-US" noProof="0" dirty="0"/>
              <a:t>All images are protected by copyright. The use and transfer to third parties is not permitted.</a:t>
            </a:r>
          </a:p>
          <a:p>
            <a:pPr lvl="0"/>
            <a:endParaRPr lang="en-US" altLang="en-US" noProof="0" dirty="0"/>
          </a:p>
          <a:p>
            <a:pPr lvl="0"/>
            <a:r>
              <a:rPr lang="en-US" altLang="en-US" noProof="0" dirty="0"/>
              <a:t>Beckhoff</a:t>
            </a:r>
            <a:r>
              <a:rPr lang="en-US" altLang="en-US" baseline="30000" noProof="0" dirty="0"/>
              <a:t>®</a:t>
            </a:r>
            <a:r>
              <a:rPr lang="en-US" altLang="en-US" noProof="0" dirty="0"/>
              <a:t>, </a:t>
            </a:r>
            <a:r>
              <a:rPr lang="en-US" altLang="en-US" noProof="0" dirty="0" err="1"/>
              <a:t>TwinCAT</a:t>
            </a:r>
            <a:r>
              <a:rPr lang="en-US" altLang="en-US" baseline="30000" noProof="0" dirty="0"/>
              <a:t>®</a:t>
            </a:r>
            <a:r>
              <a:rPr lang="en-US" altLang="en-US" noProof="0" dirty="0"/>
              <a:t>, </a:t>
            </a:r>
            <a:r>
              <a:rPr lang="en-US" altLang="en-US" noProof="0" dirty="0" err="1"/>
              <a:t>TwinCAT</a:t>
            </a:r>
            <a:r>
              <a:rPr lang="en-US" altLang="en-US" noProof="0" dirty="0"/>
              <a:t>/BSD</a:t>
            </a:r>
            <a:r>
              <a:rPr lang="en-US" altLang="en-US" baseline="30000" noProof="0" dirty="0"/>
              <a:t>®</a:t>
            </a:r>
            <a:r>
              <a:rPr lang="en-US" altLang="en-US" noProof="0" dirty="0"/>
              <a:t>, TC/BSD</a:t>
            </a:r>
            <a:r>
              <a:rPr lang="en-US" altLang="en-US" baseline="30000" noProof="0" dirty="0"/>
              <a:t>®</a:t>
            </a:r>
            <a:r>
              <a:rPr lang="en-US" altLang="en-US" noProof="0" dirty="0"/>
              <a:t>, </a:t>
            </a:r>
            <a:r>
              <a:rPr lang="en-US" altLang="en-US" noProof="0" dirty="0" err="1"/>
              <a:t>EtherCAT</a:t>
            </a:r>
            <a:r>
              <a:rPr lang="en-US" altLang="en-US" baseline="30000" noProof="0" dirty="0"/>
              <a:t>®</a:t>
            </a:r>
            <a:r>
              <a:rPr lang="en-US" altLang="en-US" noProof="0" dirty="0"/>
              <a:t>, </a:t>
            </a:r>
            <a:r>
              <a:rPr lang="en-US" altLang="en-US" noProof="0" dirty="0" err="1"/>
              <a:t>EtherCAT</a:t>
            </a:r>
            <a:r>
              <a:rPr lang="en-US" altLang="en-US" noProof="0" dirty="0"/>
              <a:t> G</a:t>
            </a:r>
            <a:r>
              <a:rPr lang="en-US" altLang="en-US" baseline="30000" noProof="0" dirty="0"/>
              <a:t>®</a:t>
            </a:r>
            <a:r>
              <a:rPr lang="en-US" altLang="en-US" noProof="0" dirty="0"/>
              <a:t>, </a:t>
            </a:r>
            <a:r>
              <a:rPr lang="en-US" altLang="en-US" noProof="0" dirty="0" err="1"/>
              <a:t>EtherCAT</a:t>
            </a:r>
            <a:r>
              <a:rPr lang="en-US" altLang="en-US" noProof="0" dirty="0"/>
              <a:t> G10</a:t>
            </a:r>
            <a:r>
              <a:rPr lang="en-US" altLang="en-US" baseline="30000" noProof="0" dirty="0"/>
              <a:t>®</a:t>
            </a:r>
            <a:r>
              <a:rPr lang="en-US" altLang="en-US" noProof="0" dirty="0"/>
              <a:t>, </a:t>
            </a:r>
            <a:r>
              <a:rPr lang="en-US" altLang="en-US" noProof="0" dirty="0" err="1"/>
              <a:t>EtherCAT</a:t>
            </a:r>
            <a:r>
              <a:rPr lang="en-US" altLang="en-US" noProof="0" dirty="0"/>
              <a:t> P</a:t>
            </a:r>
            <a:r>
              <a:rPr lang="en-US" altLang="en-US" baseline="30000" noProof="0" dirty="0"/>
              <a:t>®</a:t>
            </a:r>
            <a:r>
              <a:rPr lang="en-US" altLang="en-US" noProof="0" dirty="0"/>
              <a:t>, Safety over </a:t>
            </a:r>
            <a:r>
              <a:rPr lang="en-US" altLang="en-US" noProof="0" dirty="0" err="1"/>
              <a:t>EtherCAT</a:t>
            </a:r>
            <a:r>
              <a:rPr lang="en-US" altLang="en-US" baseline="30000" noProof="0" dirty="0"/>
              <a:t>®</a:t>
            </a:r>
            <a:r>
              <a:rPr lang="en-US" altLang="en-US" noProof="0" dirty="0"/>
              <a:t>, </a:t>
            </a:r>
            <a:r>
              <a:rPr lang="en-US" altLang="en-US" noProof="0" dirty="0" err="1"/>
              <a:t>TwinSAFE</a:t>
            </a:r>
            <a:r>
              <a:rPr lang="en-US" altLang="en-US" baseline="30000" noProof="0" dirty="0"/>
              <a:t>®</a:t>
            </a:r>
            <a:r>
              <a:rPr lang="en-US" altLang="en-US" noProof="0" dirty="0"/>
              <a:t>, XFC</a:t>
            </a:r>
            <a:r>
              <a:rPr lang="en-US" altLang="en-US" baseline="30000" noProof="0" dirty="0"/>
              <a:t>®</a:t>
            </a:r>
            <a:r>
              <a:rPr lang="en-US" altLang="en-US" noProof="0" dirty="0"/>
              <a:t>, XTS</a:t>
            </a:r>
            <a:r>
              <a:rPr lang="en-US" altLang="en-US" baseline="30000" noProof="0" dirty="0"/>
              <a:t>®</a:t>
            </a:r>
            <a:r>
              <a:rPr lang="en-US" altLang="en-US" noProof="0" dirty="0"/>
              <a:t> and </a:t>
            </a:r>
            <a:r>
              <a:rPr lang="en-US" altLang="en-US" noProof="0" dirty="0" err="1"/>
              <a:t>XPlanar</a:t>
            </a:r>
            <a:r>
              <a:rPr lang="en-US" altLang="en-US" baseline="30000" noProof="0" dirty="0"/>
              <a:t>®</a:t>
            </a:r>
            <a:r>
              <a:rPr lang="en-US" altLang="en-US" noProof="0" dirty="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dirty="0"/>
          </a:p>
          <a:p>
            <a:pPr lvl="0"/>
            <a:r>
              <a:rPr lang="en-US" altLang="en-US" noProof="0" dirty="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2" name="Date Placeholder"/>
          <p:cNvSpPr>
            <a:spLocks noGrp="1"/>
          </p:cNvSpPr>
          <p:nvPr>
            <p:ph type="body" sz="quarter" idx="11" hasCustomPrompt="1"/>
          </p:nvPr>
        </p:nvSpPr>
        <p:spPr>
          <a:xfrm>
            <a:off x="3255495"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dirty="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buFont typeface="Wingdings" panose="05000000000000000000" pitchFamily="2" charset="2"/>
              <a:buNone/>
            </a:pPr>
            <a:r>
              <a:rPr lang="en-US" altLang="en-US" sz="1600" noProof="0" dirty="0"/>
              <a:t>Phone:	+49 5246 963-0  </a:t>
            </a:r>
          </a:p>
          <a:p>
            <a:pPr>
              <a:buFont typeface="Wingdings" panose="05000000000000000000" pitchFamily="2" charset="2"/>
              <a:buNone/>
            </a:pPr>
            <a:r>
              <a:rPr lang="en-US" altLang="en-US" sz="1600" noProof="0" dirty="0"/>
              <a:t>E-mail:	info@beckhoff.com </a:t>
            </a:r>
          </a:p>
          <a:p>
            <a:pPr>
              <a:buFont typeface="Wingdings" panose="05000000000000000000" pitchFamily="2" charset="2"/>
              <a:buNone/>
            </a:pPr>
            <a:r>
              <a:rPr lang="en-US" altLang="en-US" sz="1600" noProof="0" dirty="0"/>
              <a:t>Web:	www.beckhoff.com </a:t>
            </a:r>
            <a:r>
              <a:rPr lang="en-US" altLang="en-US" sz="1600" b="1" noProof="0" dirty="0"/>
              <a:t> </a:t>
            </a:r>
          </a:p>
        </p:txBody>
      </p:sp>
      <p:sp>
        <p:nvSpPr>
          <p:cNvPr id="9" name="Address"/>
          <p:cNvSpPr txBox="1"/>
          <p:nvPr userDrawn="1"/>
        </p:nvSpPr>
        <p:spPr>
          <a:xfrm>
            <a:off x="4" y="1090800"/>
            <a:ext cx="6095998"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altLang="en-US" sz="1600" noProof="0" dirty="0"/>
              <a:t>Beckhoff Automation GmbH &amp; Co. KG </a:t>
            </a:r>
            <a:br>
              <a:rPr lang="en-US" altLang="en-US" sz="1600" noProof="0" dirty="0"/>
            </a:br>
            <a:r>
              <a:rPr lang="en-US" altLang="en-US" sz="1600" b="0" noProof="0" dirty="0"/>
              <a:t>Headquarters </a:t>
            </a:r>
            <a:br>
              <a:rPr lang="en-US" altLang="en-US" sz="1600" b="0" noProof="0" dirty="0"/>
            </a:br>
            <a:r>
              <a:rPr lang="en-US" altLang="en-US" sz="1600" b="0" noProof="0" dirty="0"/>
              <a:t>Huelshorstweg 20 </a:t>
            </a:r>
            <a:br>
              <a:rPr lang="en-US" altLang="en-US" sz="1600" b="0" noProof="0" dirty="0"/>
            </a:br>
            <a:r>
              <a:rPr lang="en-US" altLang="en-US" sz="1600" b="0" noProof="0" dirty="0"/>
              <a:t>33415 Verl </a:t>
            </a:r>
            <a:br>
              <a:rPr lang="en-US" altLang="en-US" sz="1600" b="0" noProof="0" dirty="0"/>
            </a:br>
            <a:r>
              <a:rPr lang="en-US" altLang="en-US" sz="1600" b="0" noProof="0" dirty="0"/>
              <a:t>Germany </a:t>
            </a:r>
          </a:p>
        </p:txBody>
      </p:sp>
      <p:sp>
        <p:nvSpPr>
          <p:cNvPr id="11"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defPPr>
              <a:defRPr lang="en-US"/>
            </a:defPPr>
            <a:lvl1pPr lvl="0">
              <a:spcBef>
                <a:spcPct val="0"/>
              </a:spcBef>
              <a:buNone/>
              <a:defRPr sz="2200" b="1" baseline="0">
                <a:solidFill>
                  <a:schemeClr val="bg1"/>
                </a:solidFill>
                <a:latin typeface="Arial" pitchFamily="34" charset="0"/>
                <a:ea typeface="+mj-ea"/>
                <a:cs typeface="Arial" pitchFamily="34" charset="0"/>
              </a:defRPr>
            </a:lvl1pPr>
          </a:lstStyle>
          <a:p>
            <a:pPr lvl="0"/>
            <a:r>
              <a:rPr lang="en-US" noProof="0" dirty="0"/>
              <a:t>Contact</a:t>
            </a:r>
          </a:p>
        </p:txBody>
      </p:sp>
    </p:spTree>
    <p:extLst>
      <p:ext uri="{BB962C8B-B14F-4D97-AF65-F5344CB8AC3E}">
        <p14:creationId xmlns:p14="http://schemas.microsoft.com/office/powerpoint/2010/main" val="38510568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act – D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Legal Notes"/>
          <p:cNvSpPr txBox="1">
            <a:spLocks noChangeArrowheads="1"/>
          </p:cNvSpPr>
          <p:nvPr userDrawn="1"/>
        </p:nvSpPr>
        <p:spPr bwMode="auto">
          <a:xfrm>
            <a:off x="0" y="4001989"/>
            <a:ext cx="10137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0000" anchor="b">
            <a:spAutoFit/>
          </a:bodyPr>
          <a:lstStyle>
            <a:lvl1pPr marL="3175" indent="-3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de-DE" sz="1200" noProof="0" dirty="0">
                <a:latin typeface="+mj-lt"/>
              </a:rPr>
              <a:t>© Beckhoff Automation GmbH &amp; Co. KG</a:t>
            </a:r>
          </a:p>
          <a:p>
            <a:endParaRPr lang="de-DE" altLang="de-DE" sz="1200" noProof="0" dirty="0">
              <a:latin typeface="+mj-lt"/>
            </a:endParaRPr>
          </a:p>
          <a:p>
            <a:pPr>
              <a:buFont typeface="Wingdings" panose="05000000000000000000" pitchFamily="2" charset="2"/>
              <a:buNone/>
            </a:pPr>
            <a:r>
              <a:rPr lang="de-DE" altLang="de-DE" sz="1200" noProof="0" dirty="0">
                <a:latin typeface="+mj-lt"/>
              </a:rPr>
              <a:t>Alle Bilder sind urheberrechtlich geschützt. Die Weitergabe und Nutzung durch Dritte ist nicht gestattet.</a:t>
            </a:r>
          </a:p>
          <a:p>
            <a:pPr>
              <a:buFont typeface="Wingdings" panose="05000000000000000000" pitchFamily="2" charset="2"/>
              <a:buNone/>
            </a:pPr>
            <a:endParaRPr lang="de-DE" altLang="de-DE" sz="1200" noProof="0" dirty="0">
              <a:latin typeface="+mj-lt"/>
            </a:endParaRPr>
          </a:p>
          <a:p>
            <a:pPr>
              <a:buFont typeface="Wingdings" panose="05000000000000000000" pitchFamily="2" charset="2"/>
              <a:buNone/>
            </a:pPr>
            <a:r>
              <a:rPr lang="de-DE" sz="1200" b="0" i="0" dirty="0">
                <a:solidFill>
                  <a:srgbClr val="111111"/>
                </a:solidFill>
                <a:effectLst/>
                <a:latin typeface="+mj-lt"/>
              </a:rPr>
              <a:t>Beckhoff</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TwinCAT</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TwinCAT</a:t>
            </a:r>
            <a:r>
              <a:rPr lang="de-DE" sz="1200" b="0" i="0" dirty="0">
                <a:solidFill>
                  <a:srgbClr val="111111"/>
                </a:solidFill>
                <a:effectLst/>
                <a:latin typeface="+mj-lt"/>
              </a:rPr>
              <a:t>/BSD</a:t>
            </a:r>
            <a:r>
              <a:rPr lang="de-DE" sz="1200" b="0" i="0" baseline="30000" dirty="0">
                <a:solidFill>
                  <a:srgbClr val="111111"/>
                </a:solidFill>
                <a:effectLst/>
                <a:latin typeface="+mj-lt"/>
              </a:rPr>
              <a:t>®</a:t>
            </a:r>
            <a:r>
              <a:rPr lang="de-DE" sz="1200" b="0" i="0" dirty="0">
                <a:solidFill>
                  <a:srgbClr val="111111"/>
                </a:solidFill>
                <a:effectLst/>
                <a:latin typeface="+mj-lt"/>
              </a:rPr>
              <a:t>, TC/BSD</a:t>
            </a:r>
            <a:r>
              <a:rPr lang="de-DE" sz="1200" b="0" i="0" baseline="30000" dirty="0">
                <a:solidFill>
                  <a:srgbClr val="111111"/>
                </a:solidFill>
                <a:effectLst/>
                <a:latin typeface="+mj-lt"/>
              </a:rPr>
              <a:t>®</a:t>
            </a:r>
            <a:r>
              <a:rPr lang="de-DE" sz="1200" b="0" i="0" dirty="0">
                <a:solidFill>
                  <a:srgbClr val="111111"/>
                </a:solidFill>
                <a:effectLst/>
                <a:latin typeface="+mj-lt"/>
              </a:rPr>
              <a:t>, EtherCAT</a:t>
            </a:r>
            <a:r>
              <a:rPr lang="de-DE" sz="1200" b="0" i="0" baseline="30000" dirty="0">
                <a:solidFill>
                  <a:srgbClr val="111111"/>
                </a:solidFill>
                <a:effectLst/>
                <a:latin typeface="+mj-lt"/>
              </a:rPr>
              <a:t>®</a:t>
            </a:r>
            <a:r>
              <a:rPr lang="de-DE" sz="1200" b="0" i="0" dirty="0">
                <a:solidFill>
                  <a:srgbClr val="111111"/>
                </a:solidFill>
                <a:effectLst/>
                <a:latin typeface="+mj-lt"/>
              </a:rPr>
              <a:t>, EtherCAT G</a:t>
            </a:r>
            <a:r>
              <a:rPr lang="de-DE" sz="1200" b="0" i="0" baseline="30000" dirty="0">
                <a:solidFill>
                  <a:srgbClr val="111111"/>
                </a:solidFill>
                <a:effectLst/>
                <a:latin typeface="+mj-lt"/>
              </a:rPr>
              <a:t>®</a:t>
            </a:r>
            <a:r>
              <a:rPr lang="de-DE" sz="1200" b="0" i="0" dirty="0">
                <a:solidFill>
                  <a:srgbClr val="111111"/>
                </a:solidFill>
                <a:effectLst/>
                <a:latin typeface="+mj-lt"/>
              </a:rPr>
              <a:t>, EtherCAT G10</a:t>
            </a:r>
            <a:r>
              <a:rPr lang="de-DE" sz="1200" b="0" i="0" baseline="30000" dirty="0">
                <a:solidFill>
                  <a:srgbClr val="111111"/>
                </a:solidFill>
                <a:effectLst/>
                <a:latin typeface="+mj-lt"/>
              </a:rPr>
              <a:t>®</a:t>
            </a:r>
            <a:r>
              <a:rPr lang="de-DE" sz="1200" b="0" i="0" dirty="0">
                <a:solidFill>
                  <a:srgbClr val="111111"/>
                </a:solidFill>
                <a:effectLst/>
                <a:latin typeface="+mj-lt"/>
              </a:rPr>
              <a:t>, EtherCAT P</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Safety</a:t>
            </a:r>
            <a:r>
              <a:rPr lang="de-DE" sz="1200" b="0" i="0" dirty="0">
                <a:solidFill>
                  <a:srgbClr val="111111"/>
                </a:solidFill>
                <a:effectLst/>
                <a:latin typeface="+mj-lt"/>
              </a:rPr>
              <a:t> </a:t>
            </a:r>
            <a:r>
              <a:rPr lang="de-DE" sz="1200" b="0" i="0" dirty="0" err="1">
                <a:solidFill>
                  <a:srgbClr val="111111"/>
                </a:solidFill>
                <a:effectLst/>
                <a:latin typeface="+mj-lt"/>
              </a:rPr>
              <a:t>over</a:t>
            </a:r>
            <a:r>
              <a:rPr lang="de-DE" sz="1200" b="0" i="0" dirty="0">
                <a:solidFill>
                  <a:srgbClr val="111111"/>
                </a:solidFill>
                <a:effectLst/>
                <a:latin typeface="+mj-lt"/>
              </a:rPr>
              <a:t> EtherCAT</a:t>
            </a:r>
            <a:r>
              <a:rPr lang="de-DE" sz="1200" b="0" i="0" baseline="30000" dirty="0">
                <a:solidFill>
                  <a:srgbClr val="111111"/>
                </a:solidFill>
                <a:effectLst/>
                <a:latin typeface="+mj-lt"/>
              </a:rPr>
              <a:t>®</a:t>
            </a:r>
            <a:r>
              <a:rPr lang="de-DE" sz="1200" b="0" i="0" dirty="0">
                <a:solidFill>
                  <a:srgbClr val="111111"/>
                </a:solidFill>
                <a:effectLst/>
                <a:latin typeface="+mj-lt"/>
              </a:rPr>
              <a:t>, </a:t>
            </a:r>
            <a:r>
              <a:rPr lang="de-DE" sz="1200" b="0" i="0" dirty="0" err="1">
                <a:solidFill>
                  <a:srgbClr val="111111"/>
                </a:solidFill>
                <a:effectLst/>
                <a:latin typeface="+mj-lt"/>
              </a:rPr>
              <a:t>TwinSAFE</a:t>
            </a:r>
            <a:r>
              <a:rPr lang="de-DE" sz="1200" b="0" i="0" baseline="30000" dirty="0">
                <a:solidFill>
                  <a:srgbClr val="111111"/>
                </a:solidFill>
                <a:effectLst/>
                <a:latin typeface="+mj-lt"/>
              </a:rPr>
              <a:t>®</a:t>
            </a:r>
            <a:r>
              <a:rPr lang="de-DE" sz="1200" b="0" i="0" dirty="0">
                <a:solidFill>
                  <a:srgbClr val="111111"/>
                </a:solidFill>
                <a:effectLst/>
                <a:latin typeface="+mj-lt"/>
              </a:rPr>
              <a:t>, XFC</a:t>
            </a:r>
            <a:r>
              <a:rPr lang="de-DE" sz="1200" b="0" i="0" baseline="30000" dirty="0">
                <a:solidFill>
                  <a:srgbClr val="111111"/>
                </a:solidFill>
                <a:effectLst/>
                <a:latin typeface="+mj-lt"/>
              </a:rPr>
              <a:t>®</a:t>
            </a:r>
            <a:r>
              <a:rPr lang="de-DE" sz="1200" b="0" i="0" dirty="0">
                <a:solidFill>
                  <a:srgbClr val="111111"/>
                </a:solidFill>
                <a:effectLst/>
                <a:latin typeface="+mj-lt"/>
              </a:rPr>
              <a:t>, XTS</a:t>
            </a:r>
            <a:r>
              <a:rPr lang="de-DE" sz="1200" b="0" i="0" baseline="30000" dirty="0">
                <a:solidFill>
                  <a:srgbClr val="111111"/>
                </a:solidFill>
                <a:effectLst/>
                <a:latin typeface="+mj-lt"/>
              </a:rPr>
              <a:t>®</a:t>
            </a:r>
            <a:r>
              <a:rPr lang="de-DE" sz="1200" b="0" i="0" dirty="0">
                <a:solidFill>
                  <a:srgbClr val="111111"/>
                </a:solidFill>
                <a:effectLst/>
                <a:latin typeface="+mj-lt"/>
              </a:rPr>
              <a:t> und </a:t>
            </a:r>
            <a:r>
              <a:rPr lang="de-DE" sz="1200" b="0" i="0" dirty="0" err="1">
                <a:solidFill>
                  <a:srgbClr val="111111"/>
                </a:solidFill>
                <a:effectLst/>
                <a:latin typeface="+mj-lt"/>
              </a:rPr>
              <a:t>XPlanar</a:t>
            </a:r>
            <a:r>
              <a:rPr lang="de-DE" sz="1200" b="0" i="0" baseline="30000" dirty="0">
                <a:solidFill>
                  <a:srgbClr val="111111"/>
                </a:solidFill>
                <a:effectLst/>
                <a:latin typeface="+mj-lt"/>
              </a:rPr>
              <a:t>®</a:t>
            </a:r>
            <a:r>
              <a:rPr lang="de-DE" sz="1200" b="0" i="0" dirty="0">
                <a:solidFill>
                  <a:srgbClr val="111111"/>
                </a:solidFill>
                <a:effectLst/>
                <a:latin typeface="+mj-lt"/>
              </a:rPr>
              <a:t> sind eingetragene und lizenzierte Marken der Beckhoff Automation GmbH.  Die Verwendung anderer in dieser Dokumentation enthaltenen Marken oder Kennzeichen durch Dritte kann zu einer Verletzung von Rechten der Inhaber der entsprechenden Kennzeichen führen.</a:t>
            </a:r>
          </a:p>
          <a:p>
            <a:pPr>
              <a:buFont typeface="Wingdings" panose="05000000000000000000" pitchFamily="2" charset="2"/>
              <a:buNone/>
            </a:pPr>
            <a:endParaRPr lang="de-DE" altLang="de-DE" sz="1200" noProof="0" dirty="0">
              <a:latin typeface="+mj-lt"/>
            </a:endParaRPr>
          </a:p>
          <a:p>
            <a:pPr>
              <a:buFont typeface="Wingdings" panose="05000000000000000000" pitchFamily="2" charset="2"/>
              <a:buNone/>
            </a:pPr>
            <a:r>
              <a:rPr lang="de-DE" altLang="de-DE" sz="1200" noProof="0" dirty="0">
                <a:latin typeface="+mj-lt"/>
              </a:rPr>
              <a:t>Die Informationen in dieser Präsentation enthalten lediglich allgemeine Beschreibungen bzw. Leistungsmerkmale, welche im konkreten Anwendungsfall nicht immer in der beschriebenen Form zutreffen bzw. welche sich durch Weiterentwicklung der Produkte ändern können. Die gewünschten Leistungsmerkmale sind nur dann verbindlich, wenn sie bei Vertragsabschluss ausdrücklich vereinbart werden.</a:t>
            </a:r>
          </a:p>
        </p:txBody>
      </p:sp>
      <p:sp>
        <p:nvSpPr>
          <p:cNvPr id="8" name="Date Placeholder"/>
          <p:cNvSpPr>
            <a:spLocks noGrp="1"/>
          </p:cNvSpPr>
          <p:nvPr>
            <p:ph type="body" sz="quarter" idx="11" hasCustomPrompt="1"/>
          </p:nvPr>
        </p:nvSpPr>
        <p:spPr>
          <a:xfrm>
            <a:off x="3255495" y="4022394"/>
            <a:ext cx="2196000" cy="277200"/>
          </a:xfrm>
        </p:spPr>
        <p:txBody>
          <a:bodyPr lIns="0" tIns="46800"/>
          <a:lstStyle>
            <a:lvl1pPr marL="0" indent="0" algn="l">
              <a:buNone/>
              <a:defRPr lang="de-DE" sz="1200" kern="1200" baseline="0" dirty="0" smtClean="0">
                <a:solidFill>
                  <a:schemeClr val="tx1"/>
                </a:solidFill>
                <a:latin typeface="Arial" pitchFamily="34" charset="0"/>
                <a:ea typeface="+mn-ea"/>
                <a:cs typeface="+mn-cs"/>
              </a:defRPr>
            </a:lvl1pPr>
            <a:lvl2pPr marL="360362" indent="0" algn="l">
              <a:buNone/>
              <a:defRPr lang="de-DE" sz="1200" kern="1200" baseline="0" dirty="0" smtClean="0">
                <a:solidFill>
                  <a:schemeClr val="tx1"/>
                </a:solidFill>
                <a:latin typeface="Arial" pitchFamily="34" charset="0"/>
                <a:ea typeface="+mn-ea"/>
                <a:cs typeface="+mn-cs"/>
              </a:defRPr>
            </a:lvl2pPr>
            <a:lvl3pPr marL="715962" indent="0" algn="l">
              <a:buNone/>
              <a:defRPr lang="de-DE" sz="1200" kern="1200" baseline="0" dirty="0" smtClean="0">
                <a:solidFill>
                  <a:schemeClr val="tx1"/>
                </a:solidFill>
                <a:latin typeface="Arial" pitchFamily="34" charset="0"/>
                <a:ea typeface="+mn-ea"/>
                <a:cs typeface="+mn-cs"/>
              </a:defRPr>
            </a:lvl3pPr>
            <a:lvl4pPr marL="1076325" indent="0" algn="l">
              <a:buNone/>
              <a:defRPr lang="de-DE" sz="1200" kern="1200" baseline="0" dirty="0" smtClean="0">
                <a:solidFill>
                  <a:schemeClr val="tx1"/>
                </a:solidFill>
                <a:latin typeface="Arial" pitchFamily="34" charset="0"/>
                <a:ea typeface="+mn-ea"/>
                <a:cs typeface="+mn-cs"/>
              </a:defRPr>
            </a:lvl4pPr>
            <a:lvl5pPr marL="1433513" indent="0" algn="l">
              <a:buNone/>
              <a:defRPr lang="de-DE" sz="1200" kern="1200" baseline="0" dirty="0">
                <a:solidFill>
                  <a:schemeClr val="tx1"/>
                </a:solidFill>
                <a:latin typeface="Arial" pitchFamily="34" charset="0"/>
                <a:ea typeface="+mn-ea"/>
                <a:cs typeface="+mn-cs"/>
              </a:defRPr>
            </a:lvl5pPr>
          </a:lstStyle>
          <a:p>
            <a:pPr lvl="0"/>
            <a:r>
              <a:rPr lang="de-DE" noProof="0" dirty="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spcBef>
                <a:spcPct val="50000"/>
              </a:spcBef>
              <a:buFont typeface="Wingdings" panose="05000000000000000000" pitchFamily="2" charset="2"/>
              <a:buNone/>
            </a:pPr>
            <a:r>
              <a:rPr lang="de-DE" altLang="de-DE" sz="1600" noProof="0" dirty="0"/>
              <a:t>Telefon:	+49 5246 963-0  </a:t>
            </a:r>
          </a:p>
          <a:p>
            <a:pPr>
              <a:buFont typeface="Wingdings" panose="05000000000000000000" pitchFamily="2" charset="2"/>
              <a:buNone/>
            </a:pPr>
            <a:r>
              <a:rPr lang="de-DE" altLang="de-DE" sz="1600" noProof="0" dirty="0"/>
              <a:t>E-Mail:	info@beckhoff.de</a:t>
            </a:r>
          </a:p>
          <a:p>
            <a:pPr>
              <a:buFont typeface="Wingdings" panose="05000000000000000000" pitchFamily="2" charset="2"/>
              <a:buNone/>
            </a:pPr>
            <a:r>
              <a:rPr lang="de-DE" altLang="de-DE" sz="1600" noProof="0" dirty="0"/>
              <a:t>Web:	www.beckhoff.de</a:t>
            </a:r>
            <a:r>
              <a:rPr lang="de-DE" altLang="de-DE" sz="1600" b="1" noProof="0" dirty="0"/>
              <a:t> </a:t>
            </a:r>
          </a:p>
        </p:txBody>
      </p:sp>
      <p:sp>
        <p:nvSpPr>
          <p:cNvPr id="9" name="Address"/>
          <p:cNvSpPr txBox="1"/>
          <p:nvPr userDrawn="1"/>
        </p:nvSpPr>
        <p:spPr>
          <a:xfrm>
            <a:off x="3" y="1090800"/>
            <a:ext cx="6095997"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lvl="0" indent="0">
              <a:spcBef>
                <a:spcPts val="0"/>
              </a:spcBef>
              <a:buNone/>
            </a:pPr>
            <a:r>
              <a:rPr lang="de-DE" altLang="de-DE" sz="1600" noProof="0" dirty="0"/>
              <a:t>Beckhoff Automation GmbH &amp; Co. KG </a:t>
            </a:r>
            <a:br>
              <a:rPr lang="de-DE" altLang="de-DE" sz="1600" noProof="0" dirty="0"/>
            </a:br>
            <a:r>
              <a:rPr lang="de-DE" altLang="de-DE" sz="1600" b="0" noProof="0" dirty="0">
                <a:solidFill>
                  <a:srgbClr val="000000"/>
                </a:solidFill>
                <a:latin typeface="Arial"/>
                <a:cs typeface="+mn-cs"/>
              </a:rPr>
              <a:t>Unternehmenszentrale</a:t>
            </a:r>
          </a:p>
          <a:p>
            <a:pPr marL="0" lvl="0" indent="0">
              <a:spcBef>
                <a:spcPts val="0"/>
              </a:spcBef>
              <a:buNone/>
            </a:pPr>
            <a:r>
              <a:rPr lang="de-DE" altLang="de-DE" sz="1600" b="0" noProof="0" dirty="0">
                <a:solidFill>
                  <a:srgbClr val="000000"/>
                </a:solidFill>
                <a:latin typeface="Arial"/>
                <a:cs typeface="+mn-cs"/>
              </a:rPr>
              <a:t>Hülshorstweg 20</a:t>
            </a:r>
          </a:p>
          <a:p>
            <a:pPr marL="0" lvl="0" indent="0">
              <a:spcBef>
                <a:spcPts val="0"/>
              </a:spcBef>
              <a:buNone/>
            </a:pPr>
            <a:r>
              <a:rPr lang="de-DE" altLang="de-DE" sz="1600" b="0" noProof="0" dirty="0">
                <a:solidFill>
                  <a:srgbClr val="000000"/>
                </a:solidFill>
                <a:latin typeface="Arial"/>
                <a:cs typeface="+mn-cs"/>
              </a:rPr>
              <a:t>33415 Verl</a:t>
            </a:r>
          </a:p>
          <a:p>
            <a:pPr marL="0" lvl="0" indent="0">
              <a:spcBef>
                <a:spcPts val="0"/>
              </a:spcBef>
              <a:buNone/>
            </a:pPr>
            <a:r>
              <a:rPr lang="de-DE" altLang="de-DE" sz="1600" b="0" noProof="0" dirty="0">
                <a:solidFill>
                  <a:srgbClr val="000000"/>
                </a:solidFill>
                <a:latin typeface="Arial"/>
                <a:cs typeface="+mn-cs"/>
              </a:rPr>
              <a:t>Deutschland</a:t>
            </a:r>
          </a:p>
          <a:p>
            <a:pPr lvl="0"/>
            <a:endParaRPr lang="de-DE" altLang="de-DE" sz="1600" b="0" noProof="0" dirty="0"/>
          </a:p>
        </p:txBody>
      </p:sp>
      <p:sp>
        <p:nvSpPr>
          <p:cNvPr id="11"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lvl1pPr>
              <a:spcBef>
                <a:spcPct val="0"/>
              </a:spcBef>
              <a:buNone/>
              <a:defRPr sz="2200" b="1" baseline="0">
                <a:solidFill>
                  <a:schemeClr val="bg1"/>
                </a:solidFill>
                <a:latin typeface="Arial" pitchFamily="34" charset="0"/>
                <a:ea typeface="+mj-ea"/>
                <a:cs typeface="Arial" pitchFamily="34" charset="0"/>
              </a:defRPr>
            </a:lvl1pPr>
          </a:lstStyle>
          <a:p>
            <a:pPr lvl="0"/>
            <a:r>
              <a:rPr lang="de-DE" noProof="0" dirty="0"/>
              <a:t>Kontakt </a:t>
            </a:r>
          </a:p>
        </p:txBody>
      </p:sp>
    </p:spTree>
    <p:extLst>
      <p:ext uri="{BB962C8B-B14F-4D97-AF65-F5344CB8AC3E}">
        <p14:creationId xmlns:p14="http://schemas.microsoft.com/office/powerpoint/2010/main" val="33859228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act – Country-specific">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13" name="Legal Notes">
            <a:extLst>
              <a:ext uri="{FF2B5EF4-FFF2-40B4-BE49-F238E27FC236}">
                <a16:creationId xmlns:a16="http://schemas.microsoft.com/office/drawing/2014/main" id="{FB0F8624-008F-47A1-8364-BC96B920ADA6}"/>
              </a:ext>
            </a:extLst>
          </p:cNvPr>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dirty="0"/>
              <a:t>© Beckhoff Automation </a:t>
            </a:r>
          </a:p>
          <a:p>
            <a:pPr lvl="0"/>
            <a:endParaRPr lang="en-US" altLang="en-US" noProof="0" dirty="0"/>
          </a:p>
          <a:p>
            <a:pPr lvl="0"/>
            <a:r>
              <a:rPr lang="en-US" altLang="en-US" noProof="0" dirty="0"/>
              <a:t>All images are protected by copyright. The use and transfer to third parties is not permitted.</a:t>
            </a:r>
          </a:p>
          <a:p>
            <a:pPr lvl="0"/>
            <a:endParaRPr lang="en-US" altLang="en-US" noProof="0" dirty="0"/>
          </a:p>
          <a:p>
            <a:pPr lvl="0"/>
            <a:r>
              <a:rPr lang="en-US" altLang="en-US" noProof="0" dirty="0"/>
              <a:t>Beckhoff</a:t>
            </a:r>
            <a:r>
              <a:rPr lang="en-US" altLang="en-US" baseline="30000" noProof="0" dirty="0"/>
              <a:t>®</a:t>
            </a:r>
            <a:r>
              <a:rPr lang="en-US" altLang="en-US" noProof="0" dirty="0"/>
              <a:t>, </a:t>
            </a:r>
            <a:r>
              <a:rPr lang="en-US" altLang="en-US" noProof="0" dirty="0" err="1"/>
              <a:t>TwinCAT</a:t>
            </a:r>
            <a:r>
              <a:rPr lang="en-US" altLang="en-US" baseline="30000" noProof="0" dirty="0"/>
              <a:t>®</a:t>
            </a:r>
            <a:r>
              <a:rPr lang="en-US" altLang="en-US" noProof="0" dirty="0"/>
              <a:t>, </a:t>
            </a:r>
            <a:r>
              <a:rPr lang="en-US" altLang="en-US" noProof="0" dirty="0" err="1"/>
              <a:t>TwinCAT</a:t>
            </a:r>
            <a:r>
              <a:rPr lang="en-US" altLang="en-US" noProof="0" dirty="0"/>
              <a:t>/BSD</a:t>
            </a:r>
            <a:r>
              <a:rPr lang="en-US" altLang="en-US" baseline="30000" noProof="0" dirty="0"/>
              <a:t>®</a:t>
            </a:r>
            <a:r>
              <a:rPr lang="en-US" altLang="en-US" noProof="0" dirty="0"/>
              <a:t>, TC/BSD</a:t>
            </a:r>
            <a:r>
              <a:rPr lang="en-US" altLang="en-US" baseline="30000" noProof="0" dirty="0"/>
              <a:t>®</a:t>
            </a:r>
            <a:r>
              <a:rPr lang="en-US" altLang="en-US" noProof="0" dirty="0"/>
              <a:t>, </a:t>
            </a:r>
            <a:r>
              <a:rPr lang="en-US" altLang="en-US" noProof="0" dirty="0" err="1"/>
              <a:t>EtherCAT</a:t>
            </a:r>
            <a:r>
              <a:rPr lang="en-US" altLang="en-US" baseline="30000" noProof="0" dirty="0"/>
              <a:t>®</a:t>
            </a:r>
            <a:r>
              <a:rPr lang="en-US" altLang="en-US" noProof="0" dirty="0"/>
              <a:t>, </a:t>
            </a:r>
            <a:r>
              <a:rPr lang="en-US" altLang="en-US" noProof="0" dirty="0" err="1"/>
              <a:t>EtherCAT</a:t>
            </a:r>
            <a:r>
              <a:rPr lang="en-US" altLang="en-US" noProof="0" dirty="0"/>
              <a:t> G</a:t>
            </a:r>
            <a:r>
              <a:rPr lang="en-US" altLang="en-US" baseline="30000" noProof="0" dirty="0"/>
              <a:t>®</a:t>
            </a:r>
            <a:r>
              <a:rPr lang="en-US" altLang="en-US" noProof="0" dirty="0"/>
              <a:t>, </a:t>
            </a:r>
            <a:r>
              <a:rPr lang="en-US" altLang="en-US" noProof="0" dirty="0" err="1"/>
              <a:t>EtherCAT</a:t>
            </a:r>
            <a:r>
              <a:rPr lang="en-US" altLang="en-US" noProof="0" dirty="0"/>
              <a:t> G10</a:t>
            </a:r>
            <a:r>
              <a:rPr lang="en-US" altLang="en-US" baseline="30000" noProof="0" dirty="0"/>
              <a:t>®</a:t>
            </a:r>
            <a:r>
              <a:rPr lang="en-US" altLang="en-US" noProof="0" dirty="0"/>
              <a:t>, </a:t>
            </a:r>
            <a:r>
              <a:rPr lang="en-US" altLang="en-US" noProof="0" dirty="0" err="1"/>
              <a:t>EtherCAT</a:t>
            </a:r>
            <a:r>
              <a:rPr lang="en-US" altLang="en-US" noProof="0" dirty="0"/>
              <a:t> P</a:t>
            </a:r>
            <a:r>
              <a:rPr lang="en-US" altLang="en-US" baseline="30000" noProof="0" dirty="0"/>
              <a:t>®</a:t>
            </a:r>
            <a:r>
              <a:rPr lang="en-US" altLang="en-US" noProof="0" dirty="0"/>
              <a:t>, Safety over </a:t>
            </a:r>
            <a:r>
              <a:rPr lang="en-US" altLang="en-US" noProof="0" dirty="0" err="1"/>
              <a:t>EtherCAT</a:t>
            </a:r>
            <a:r>
              <a:rPr lang="en-US" altLang="en-US" baseline="30000" noProof="0" dirty="0"/>
              <a:t>®</a:t>
            </a:r>
            <a:r>
              <a:rPr lang="en-US" altLang="en-US" noProof="0" dirty="0"/>
              <a:t>, </a:t>
            </a:r>
            <a:r>
              <a:rPr lang="en-US" altLang="en-US" noProof="0" dirty="0" err="1"/>
              <a:t>TwinSAFE</a:t>
            </a:r>
            <a:r>
              <a:rPr lang="en-US" altLang="en-US" baseline="30000" noProof="0" dirty="0"/>
              <a:t>®</a:t>
            </a:r>
            <a:r>
              <a:rPr lang="en-US" altLang="en-US" noProof="0" dirty="0"/>
              <a:t>, XFC</a:t>
            </a:r>
            <a:r>
              <a:rPr lang="en-US" altLang="en-US" baseline="30000" noProof="0" dirty="0"/>
              <a:t>®</a:t>
            </a:r>
            <a:r>
              <a:rPr lang="en-US" altLang="en-US" noProof="0" dirty="0"/>
              <a:t>, XTS</a:t>
            </a:r>
            <a:r>
              <a:rPr lang="en-US" altLang="en-US" baseline="30000" noProof="0" dirty="0"/>
              <a:t>®</a:t>
            </a:r>
            <a:r>
              <a:rPr lang="en-US" altLang="en-US" noProof="0" dirty="0"/>
              <a:t> and </a:t>
            </a:r>
            <a:r>
              <a:rPr lang="en-US" altLang="en-US" noProof="0" dirty="0" err="1"/>
              <a:t>XPlanar</a:t>
            </a:r>
            <a:r>
              <a:rPr lang="en-US" altLang="en-US" baseline="30000" noProof="0" dirty="0"/>
              <a:t>®</a:t>
            </a:r>
            <a:r>
              <a:rPr lang="en-US" altLang="en-US" noProof="0" dirty="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dirty="0"/>
          </a:p>
          <a:p>
            <a:pPr lvl="0"/>
            <a:r>
              <a:rPr lang="en-US" altLang="en-US" noProof="0" dirty="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4" name="Date Placeholder">
            <a:extLst>
              <a:ext uri="{FF2B5EF4-FFF2-40B4-BE49-F238E27FC236}">
                <a16:creationId xmlns:a16="http://schemas.microsoft.com/office/drawing/2014/main" id="{D58367F0-49D0-49AE-B9D1-CF63427C3E5A}"/>
              </a:ext>
            </a:extLst>
          </p:cNvPr>
          <p:cNvSpPr>
            <a:spLocks noGrp="1"/>
          </p:cNvSpPr>
          <p:nvPr>
            <p:ph type="body" sz="quarter" idx="11" hasCustomPrompt="1"/>
          </p:nvPr>
        </p:nvSpPr>
        <p:spPr>
          <a:xfrm>
            <a:off x="2040500"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dirty="0"/>
              <a:t>MM/YYYY</a:t>
            </a:r>
          </a:p>
        </p:txBody>
      </p:sp>
      <p:sp>
        <p:nvSpPr>
          <p:cNvPr id="27" name="Phone, Mail, Web Placeholder">
            <a:extLst>
              <a:ext uri="{FF2B5EF4-FFF2-40B4-BE49-F238E27FC236}">
                <a16:creationId xmlns:a16="http://schemas.microsoft.com/office/drawing/2014/main" id="{CD68DB35-B7DC-45D7-8D3B-4237236AEDB1}"/>
              </a:ext>
            </a:extLst>
          </p:cNvPr>
          <p:cNvSpPr>
            <a:spLocks noGrp="1"/>
          </p:cNvSpPr>
          <p:nvPr>
            <p:ph type="body" sz="quarter" idx="16" hasCustomPrompt="1"/>
          </p:nvPr>
        </p:nvSpPr>
        <p:spPr>
          <a:xfrm>
            <a:off x="6096001" y="1090800"/>
            <a:ext cx="4052711" cy="1873250"/>
          </a:xfrm>
        </p:spPr>
        <p:txBody>
          <a:bodyPr lIns="90000" tIns="432000"/>
          <a:lstStyle>
            <a:lvl1pPr marL="0" indent="0">
              <a:spcBef>
                <a:spcPts val="0"/>
              </a:spcBef>
              <a:buNone/>
              <a:tabLst>
                <a:tab pos="896400" algn="l"/>
              </a:tabLst>
              <a:defRPr sz="1600"/>
            </a:lvl1pPr>
            <a:lvl2pPr>
              <a:spcBef>
                <a:spcPts val="0"/>
              </a:spcBef>
              <a:tabLst>
                <a:tab pos="914400" algn="l"/>
              </a:tabLst>
              <a:defRPr sz="1600"/>
            </a:lvl2pPr>
            <a:lvl3pPr>
              <a:spcBef>
                <a:spcPts val="0"/>
              </a:spcBef>
              <a:tabLst>
                <a:tab pos="914400" algn="l"/>
              </a:tabLst>
              <a:defRPr sz="1600"/>
            </a:lvl3pPr>
            <a:lvl4pPr>
              <a:spcBef>
                <a:spcPts val="0"/>
              </a:spcBef>
              <a:tabLst>
                <a:tab pos="914400" algn="l"/>
              </a:tabLst>
              <a:defRPr sz="1600"/>
            </a:lvl4pPr>
            <a:lvl5pPr>
              <a:spcBef>
                <a:spcPts val="0"/>
              </a:spcBef>
              <a:tabLst>
                <a:tab pos="914400" algn="l"/>
              </a:tabLst>
              <a:defRPr sz="1600"/>
            </a:lvl5pPr>
          </a:lstStyle>
          <a:p>
            <a:pPr lvl="0"/>
            <a:r>
              <a:rPr lang="en-US" noProof="0"/>
              <a:t>Phone:    … </a:t>
            </a:r>
            <a:br>
              <a:rPr lang="en-US" noProof="0"/>
            </a:br>
            <a:r>
              <a:rPr lang="en-US" noProof="0"/>
              <a:t>E-mail:    …</a:t>
            </a:r>
            <a:br>
              <a:rPr lang="en-US" noProof="0"/>
            </a:br>
            <a:r>
              <a:rPr lang="en-US" noProof="0"/>
              <a:t>Web:       …</a:t>
            </a:r>
          </a:p>
        </p:txBody>
      </p:sp>
      <p:sp>
        <p:nvSpPr>
          <p:cNvPr id="12" name="Address Placeholder">
            <a:extLst>
              <a:ext uri="{FF2B5EF4-FFF2-40B4-BE49-F238E27FC236}">
                <a16:creationId xmlns:a16="http://schemas.microsoft.com/office/drawing/2014/main" id="{1BE23ED5-17AC-4930-BA35-81B604872F42}"/>
              </a:ext>
            </a:extLst>
          </p:cNvPr>
          <p:cNvSpPr>
            <a:spLocks noGrp="1"/>
          </p:cNvSpPr>
          <p:nvPr>
            <p:ph type="body" sz="quarter" idx="14" hasCustomPrompt="1"/>
          </p:nvPr>
        </p:nvSpPr>
        <p:spPr>
          <a:xfrm>
            <a:off x="3" y="1090800"/>
            <a:ext cx="4871861" cy="1873250"/>
          </a:xfrm>
        </p:spPr>
        <p:txBody>
          <a:bodyPr/>
          <a:lstStyle>
            <a:lvl1pPr marL="0" indent="0">
              <a:spcBef>
                <a:spcPts val="0"/>
              </a:spcBef>
              <a:buNone/>
              <a:defRPr sz="1600" b="0"/>
            </a:lvl1pPr>
            <a:lvl2pPr marL="360362" indent="0">
              <a:buNone/>
              <a:defRPr sz="1600"/>
            </a:lvl2pPr>
            <a:lvl3pPr>
              <a:defRPr sz="1600"/>
            </a:lvl3pPr>
            <a:lvl4pPr>
              <a:defRPr sz="1600"/>
            </a:lvl4pPr>
            <a:lvl5pPr>
              <a:defRPr sz="1600"/>
            </a:lvl5pPr>
          </a:lstStyle>
          <a:p>
            <a:pPr lvl="0"/>
            <a:r>
              <a:rPr lang="en-US" noProof="0"/>
              <a:t>Subsidiary name </a:t>
            </a:r>
            <a:br>
              <a:rPr lang="en-US" noProof="0"/>
            </a:br>
            <a:r>
              <a:rPr lang="en-US" noProof="0"/>
              <a:t>and address details </a:t>
            </a:r>
          </a:p>
        </p:txBody>
      </p:sp>
      <p:sp>
        <p:nvSpPr>
          <p:cNvPr id="5" name="Title">
            <a:extLst>
              <a:ext uri="{FF2B5EF4-FFF2-40B4-BE49-F238E27FC236}">
                <a16:creationId xmlns:a16="http://schemas.microsoft.com/office/drawing/2014/main" id="{19FC4D1F-B4C7-47E6-B598-C1C778E645C7}"/>
              </a:ext>
            </a:extLst>
          </p:cNvPr>
          <p:cNvSpPr>
            <a:spLocks noGrp="1"/>
          </p:cNvSpPr>
          <p:nvPr>
            <p:ph type="title" hasCustomPrompt="1"/>
          </p:nvPr>
        </p:nvSpPr>
        <p:spPr/>
        <p:txBody>
          <a:bodyPr/>
          <a:lstStyle>
            <a:lvl1pPr>
              <a:defRPr/>
            </a:lvl1pPr>
          </a:lstStyle>
          <a:p>
            <a:r>
              <a:rPr lang="en-US" dirty="0"/>
              <a:t>Click to add title</a:t>
            </a:r>
          </a:p>
        </p:txBody>
      </p:sp>
    </p:spTree>
    <p:extLst>
      <p:ext uri="{BB962C8B-B14F-4D97-AF65-F5344CB8AC3E}">
        <p14:creationId xmlns:p14="http://schemas.microsoft.com/office/powerpoint/2010/main" val="3220706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4" name="Background"/>
          <p:cNvGrpSpPr/>
          <p:nvPr userDrawn="1"/>
        </p:nvGrpSpPr>
        <p:grpSpPr bwMode="ltGray">
          <a:xfrm>
            <a:off x="0" y="0"/>
            <a:ext cx="12192000" cy="6862298"/>
            <a:chOff x="0" y="0"/>
            <a:chExt cx="9144000" cy="6862298"/>
          </a:xfrm>
        </p:grpSpPr>
        <p:sp>
          <p:nvSpPr>
            <p:cNvPr id="16" name="Stage Red"/>
            <p:cNvSpPr/>
            <p:nvPr userDrawn="1"/>
          </p:nvSpPr>
          <p:spPr bwMode="ltGray">
            <a:xfrm>
              <a:off x="0" y="0"/>
              <a:ext cx="91440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3" name="White"/>
            <p:cNvSpPr/>
            <p:nvPr userDrawn="1"/>
          </p:nvSpPr>
          <p:spPr bwMode="ltGray">
            <a:xfrm>
              <a:off x="1" y="1086504"/>
              <a:ext cx="9143999" cy="577579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noProof="0">
                <a:solidFill>
                  <a:schemeClr val="bg1"/>
                </a:solidFill>
                <a:latin typeface="Arial" pitchFamily="34" charset="0"/>
                <a:cs typeface="Arial" pitchFamily="34" charset="0"/>
              </a:endParaRPr>
            </a:p>
          </p:txBody>
        </p:sp>
      </p:grpSp>
      <p:sp>
        <p:nvSpPr>
          <p:cNvPr id="19" name="Footer Placeholder"/>
          <p:cNvSpPr>
            <a:spLocks noGrp="1"/>
          </p:cNvSpPr>
          <p:nvPr>
            <p:ph type="ftr" sz="quarter" idx="3"/>
          </p:nvPr>
        </p:nvSpPr>
        <p:spPr bwMode="gray">
          <a:xfrm>
            <a:off x="450000" y="6416676"/>
            <a:ext cx="5646000" cy="441325"/>
          </a:xfrm>
          <a:prstGeom prst="rect">
            <a:avLst/>
          </a:prstGeom>
        </p:spPr>
        <p:txBody>
          <a:bodyPr vert="horz" lIns="0" tIns="36000" rIns="91440" bIns="36000" rtlCol="0" anchor="ctr"/>
          <a:lstStyle>
            <a:lvl1pPr algn="l">
              <a:defRPr sz="1100">
                <a:solidFill>
                  <a:schemeClr val="accent1"/>
                </a:solidFill>
                <a:latin typeface="Arial" pitchFamily="34" charset="0"/>
                <a:cs typeface="Arial" pitchFamily="34" charset="0"/>
              </a:defRPr>
            </a:lvl1pPr>
          </a:lstStyle>
          <a:p>
            <a:r>
              <a:rPr lang="en-US" noProof="0"/>
              <a:t>Footer text</a:t>
            </a:r>
          </a:p>
        </p:txBody>
      </p:sp>
      <p:sp>
        <p:nvSpPr>
          <p:cNvPr id="20" name="Slide Number Placeholder"/>
          <p:cNvSpPr>
            <a:spLocks noGrp="1"/>
          </p:cNvSpPr>
          <p:nvPr>
            <p:ph type="sldNum" sz="quarter" idx="4"/>
          </p:nvPr>
        </p:nvSpPr>
        <p:spPr bwMode="gray">
          <a:xfrm>
            <a:off x="0" y="6416676"/>
            <a:ext cx="450000" cy="441325"/>
          </a:xfrm>
          <a:prstGeom prst="rect">
            <a:avLst/>
          </a:prstGeom>
        </p:spPr>
        <p:txBody>
          <a:bodyPr vert="horz" lIns="0" tIns="45720" rIns="90000" bIns="45720" rtlCol="0" anchor="ctr"/>
          <a:lstStyle>
            <a:lvl1pPr algn="r">
              <a:defRPr sz="1100">
                <a:solidFill>
                  <a:schemeClr val="accent1"/>
                </a:solidFill>
                <a:latin typeface="Arial" pitchFamily="34" charset="0"/>
                <a:cs typeface="Arial" pitchFamily="34" charset="0"/>
              </a:defRPr>
            </a:lvl1pPr>
          </a:lstStyle>
          <a:p>
            <a:fld id="{A930EF64-91C9-4EBD-82F9-3643AB15A28C}" type="slidenum">
              <a:rPr lang="en-US" noProof="0" smtClean="0"/>
              <a:pPr/>
              <a:t>‹#›</a:t>
            </a:fld>
            <a:endParaRPr lang="en-US" noProof="0"/>
          </a:p>
        </p:txBody>
      </p:sp>
      <p:sp>
        <p:nvSpPr>
          <p:cNvPr id="18" name="Text Placeholder"/>
          <p:cNvSpPr>
            <a:spLocks noGrp="1"/>
          </p:cNvSpPr>
          <p:nvPr>
            <p:ph type="body" idx="1"/>
          </p:nvPr>
        </p:nvSpPr>
        <p:spPr bwMode="gray">
          <a:xfrm>
            <a:off x="2" y="1090801"/>
            <a:ext cx="12191999" cy="5330171"/>
          </a:xfrm>
          <a:prstGeom prst="rect">
            <a:avLst/>
          </a:prstGeom>
        </p:spPr>
        <p:txBody>
          <a:bodyPr vert="horz" lIns="450000" tIns="190800" rIns="91440" bIns="45720" rtlCol="0">
            <a:noAutofit/>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r>
              <a:rPr lang="en-US" noProof="0" dirty="0"/>
              <a:t>Eighth level</a:t>
            </a:r>
          </a:p>
          <a:p>
            <a:pPr lvl="8"/>
            <a:r>
              <a:rPr lang="en-US" noProof="0" dirty="0"/>
              <a:t>Ninth level</a:t>
            </a:r>
          </a:p>
        </p:txBody>
      </p:sp>
      <p:sp>
        <p:nvSpPr>
          <p:cNvPr id="2" name="Title"/>
          <p:cNvSpPr>
            <a:spLocks noGrp="1"/>
          </p:cNvSpPr>
          <p:nvPr>
            <p:ph type="title"/>
          </p:nvPr>
        </p:nvSpPr>
        <p:spPr bwMode="white">
          <a:xfrm>
            <a:off x="-1" y="450787"/>
            <a:ext cx="10137600" cy="629367"/>
          </a:xfrm>
          <a:prstGeom prst="rect">
            <a:avLst/>
          </a:prstGeom>
        </p:spPr>
        <p:txBody>
          <a:bodyPr vert="horz" wrap="square" lIns="450000" tIns="144000" rIns="90000" bIns="144000" rtlCol="0" anchor="b" anchorCtr="0">
            <a:spAutoFit/>
          </a:bodyPr>
          <a:lstStyle/>
          <a:p>
            <a:r>
              <a:rPr lang="en-US" noProof="0"/>
              <a:t>Click to add title</a:t>
            </a:r>
          </a:p>
        </p:txBody>
      </p:sp>
      <p:pic>
        <p:nvPicPr>
          <p:cNvPr id="10" name="Logo"/>
          <p:cNvPicPr>
            <a:picLocks noChangeAspect="1"/>
          </p:cNvPicPr>
          <p:nvPr userDrawn="1"/>
        </p:nvPicPr>
        <p:blipFill>
          <a:blip r:embed="rId30">
            <a:extLst>
              <a:ext uri="{28A0092B-C50C-407E-A947-70E740481C1C}">
                <a14:useLocalDpi xmlns:a14="http://schemas.microsoft.com/office/drawing/2010/main" val="0"/>
              </a:ext>
            </a:extLst>
          </a:blip>
          <a:stretch>
            <a:fillRect/>
          </a:stretch>
        </p:blipFill>
        <p:spPr>
          <a:xfrm>
            <a:off x="10531993" y="602129"/>
            <a:ext cx="1256088" cy="342306"/>
          </a:xfrm>
          <a:prstGeom prst="rect">
            <a:avLst/>
          </a:prstGeom>
        </p:spPr>
      </p:pic>
    </p:spTree>
    <p:extLst>
      <p:ext uri="{BB962C8B-B14F-4D97-AF65-F5344CB8AC3E}">
        <p14:creationId xmlns:p14="http://schemas.microsoft.com/office/powerpoint/2010/main" val="980308538"/>
      </p:ext>
    </p:extLst>
  </p:cSld>
  <p:clrMap bg1="lt1" tx1="dk1" bg2="lt2" tx2="dk2" accent1="accent1" accent2="accent2" accent3="accent3" accent4="accent4" accent5="accent5" accent6="accent6" hlink="hlink" folHlink="folHlink"/>
  <p:sldLayoutIdLst>
    <p:sldLayoutId id="2147483736" r:id="rId1"/>
    <p:sldLayoutId id="2147483796" r:id="rId2"/>
    <p:sldLayoutId id="2147483795" r:id="rId3"/>
    <p:sldLayoutId id="2147483828" r:id="rId4"/>
    <p:sldLayoutId id="2147483798" r:id="rId5"/>
    <p:sldLayoutId id="2147483713" r:id="rId6"/>
    <p:sldLayoutId id="2147483714" r:id="rId7"/>
    <p:sldLayoutId id="2147483717" r:id="rId8"/>
    <p:sldLayoutId id="2147483800" r:id="rId9"/>
    <p:sldLayoutId id="2147483715" r:id="rId10"/>
    <p:sldLayoutId id="2147483716" r:id="rId11"/>
    <p:sldLayoutId id="2147483720" r:id="rId12"/>
    <p:sldLayoutId id="2147483813" r:id="rId13"/>
    <p:sldLayoutId id="2147483814" r:id="rId14"/>
    <p:sldLayoutId id="2147483825" r:id="rId15"/>
    <p:sldLayoutId id="2147483816" r:id="rId16"/>
    <p:sldLayoutId id="2147483815" r:id="rId17"/>
    <p:sldLayoutId id="2147483820" r:id="rId18"/>
    <p:sldLayoutId id="2147483821" r:id="rId19"/>
    <p:sldLayoutId id="2147483822" r:id="rId20"/>
    <p:sldLayoutId id="2147483819" r:id="rId21"/>
    <p:sldLayoutId id="2147483817" r:id="rId22"/>
    <p:sldLayoutId id="2147483818" r:id="rId23"/>
    <p:sldLayoutId id="2147483829" r:id="rId24"/>
    <p:sldLayoutId id="2147483824" r:id="rId25"/>
    <p:sldLayoutId id="2147483826" r:id="rId26"/>
    <p:sldLayoutId id="2147483827" r:id="rId27"/>
    <p:sldLayoutId id="2147483830" r:id="rId28"/>
  </p:sldLayoutIdLst>
  <p:hf sldNum="0" hdr="0" ftr="0" dt="0"/>
  <p:txStyles>
    <p:titleStyle>
      <a:lvl1pPr algn="l" defTabSz="914400" rtl="0" eaLnBrk="1" latinLnBrk="0" hangingPunct="1">
        <a:spcBef>
          <a:spcPct val="0"/>
        </a:spcBef>
        <a:buNone/>
        <a:defRPr sz="2200" b="1" kern="1200" baseline="0">
          <a:solidFill>
            <a:schemeClr val="bg1"/>
          </a:solidFill>
          <a:latin typeface="Arial" pitchFamily="34" charset="0"/>
          <a:ea typeface="+mj-ea"/>
          <a:cs typeface="Arial" pitchFamily="34" charset="0"/>
        </a:defRPr>
      </a:lvl1pPr>
    </p:titleStyle>
    <p:bodyStyle>
      <a:lvl1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2200" kern="1200" baseline="0">
          <a:solidFill>
            <a:schemeClr val="tx1"/>
          </a:solidFill>
          <a:latin typeface="+mj-lt"/>
          <a:ea typeface="+mn-ea"/>
          <a:cs typeface="Arial" pitchFamily="34" charset="0"/>
        </a:defRPr>
      </a:lvl1pPr>
      <a:lvl2pPr marL="6286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9842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3pPr>
      <a:lvl4pPr marL="1343025"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1700213"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5124" userDrawn="1">
          <p15:clr>
            <a:srgbClr val="F26B43"/>
          </p15:clr>
        </p15:guide>
        <p15:guide id="3" pos="6396" userDrawn="1">
          <p15:clr>
            <a:srgbClr val="F26B43"/>
          </p15:clr>
        </p15:guide>
        <p15:guide id="4" pos="2556" userDrawn="1">
          <p15:clr>
            <a:srgbClr val="F26B43"/>
          </p15:clr>
        </p15:guide>
        <p15:guide id="5" pos="1284" userDrawn="1">
          <p15:clr>
            <a:srgbClr val="F26B43"/>
          </p15:clr>
        </p15:guide>
        <p15:guide id="6" orient="horz" pos="686" userDrawn="1">
          <p15:clr>
            <a:srgbClr val="F26B43"/>
          </p15:clr>
        </p15:guide>
        <p15:guide id="7" orient="horz" pos="1593" userDrawn="1">
          <p15:clr>
            <a:srgbClr val="F26B43"/>
          </p15:clr>
        </p15:guide>
        <p15:guide id="8" orient="horz" pos="2500" userDrawn="1">
          <p15:clr>
            <a:srgbClr val="F26B43"/>
          </p15:clr>
        </p15:guide>
        <p15:guide id="9" orient="horz" pos="340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4E1CCD-ECD7-4A46-AB61-C5F02F70D912}"/>
              </a:ext>
            </a:extLst>
          </p:cNvPr>
          <p:cNvSpPr>
            <a:spLocks noGrp="1"/>
          </p:cNvSpPr>
          <p:nvPr>
            <p:ph type="title"/>
          </p:nvPr>
        </p:nvSpPr>
        <p:spPr/>
        <p:txBody>
          <a:bodyPr/>
          <a:lstStyle/>
          <a:p>
            <a:r>
              <a:rPr lang="en-US" dirty="0"/>
              <a:t>Video Playback FB Layout</a:t>
            </a:r>
          </a:p>
        </p:txBody>
      </p:sp>
    </p:spTree>
    <p:extLst>
      <p:ext uri="{BB962C8B-B14F-4D97-AF65-F5344CB8AC3E}">
        <p14:creationId xmlns:p14="http://schemas.microsoft.com/office/powerpoint/2010/main" val="4289524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98BE4-55F7-4B35-A5A0-1CE5A732638B}"/>
              </a:ext>
            </a:extLst>
          </p:cNvPr>
          <p:cNvSpPr>
            <a:spLocks noGrp="1"/>
          </p:cNvSpPr>
          <p:nvPr>
            <p:ph type="title"/>
          </p:nvPr>
        </p:nvSpPr>
        <p:spPr/>
        <p:txBody>
          <a:bodyPr/>
          <a:lstStyle/>
          <a:p>
            <a:r>
              <a:rPr lang="en-US" dirty="0"/>
              <a:t>Make video from images</a:t>
            </a:r>
          </a:p>
        </p:txBody>
      </p:sp>
      <p:sp>
        <p:nvSpPr>
          <p:cNvPr id="3" name="Rectangle 2">
            <a:extLst>
              <a:ext uri="{FF2B5EF4-FFF2-40B4-BE49-F238E27FC236}">
                <a16:creationId xmlns:a16="http://schemas.microsoft.com/office/drawing/2014/main" id="{759ED9D5-6988-44D2-A876-8EB0A68D323C}"/>
              </a:ext>
            </a:extLst>
          </p:cNvPr>
          <p:cNvSpPr/>
          <p:nvPr/>
        </p:nvSpPr>
        <p:spPr>
          <a:xfrm>
            <a:off x="3216728" y="1779814"/>
            <a:ext cx="4620986" cy="4310743"/>
          </a:xfrm>
          <a:prstGeom prst="rect">
            <a:avLst/>
          </a:prstGeom>
          <a:solidFill>
            <a:schemeClr val="bg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234000" rIns="234000" rtlCol="0" anchor="ctr"/>
          <a:lstStyle/>
          <a:p>
            <a:pPr marL="0" indent="0" algn="ctr">
              <a:buFont typeface="Wingdings" panose="05000000000000000000" pitchFamily="2" charset="2"/>
              <a:buNone/>
            </a:pPr>
            <a:endParaRPr lang="en-US" sz="2200" dirty="0">
              <a:solidFill>
                <a:schemeClr val="bg1"/>
              </a:solidFill>
              <a:latin typeface="Arial" pitchFamily="34" charset="0"/>
              <a:cs typeface="Arial" pitchFamily="34" charset="0"/>
            </a:endParaRPr>
          </a:p>
        </p:txBody>
      </p:sp>
      <p:cxnSp>
        <p:nvCxnSpPr>
          <p:cNvPr id="5" name="Straight Connector 4">
            <a:extLst>
              <a:ext uri="{FF2B5EF4-FFF2-40B4-BE49-F238E27FC236}">
                <a16:creationId xmlns:a16="http://schemas.microsoft.com/office/drawing/2014/main" id="{2797DF28-83FA-4523-9D90-F4D3A78BCEE6}"/>
              </a:ext>
            </a:extLst>
          </p:cNvPr>
          <p:cNvCxnSpPr/>
          <p:nvPr/>
        </p:nvCxnSpPr>
        <p:spPr>
          <a:xfrm>
            <a:off x="1379764" y="2400300"/>
            <a:ext cx="1836964" cy="0"/>
          </a:xfrm>
          <a:prstGeom prst="line">
            <a:avLst/>
          </a:prstGeom>
          <a:ln w="635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B1A6BB4-B845-410E-BCEF-4AE1A180D507}"/>
              </a:ext>
            </a:extLst>
          </p:cNvPr>
          <p:cNvSpPr txBox="1"/>
          <p:nvPr/>
        </p:nvSpPr>
        <p:spPr>
          <a:xfrm>
            <a:off x="1106260" y="2030968"/>
            <a:ext cx="2383971" cy="369332"/>
          </a:xfrm>
          <a:prstGeom prst="rect">
            <a:avLst/>
          </a:prstGeom>
          <a:noFill/>
        </p:spPr>
        <p:txBody>
          <a:bodyPr wrap="square" rtlCol="0">
            <a:spAutoFit/>
          </a:bodyPr>
          <a:lstStyle/>
          <a:p>
            <a:r>
              <a:rPr lang="en-US" dirty="0"/>
              <a:t>Image Export Path</a:t>
            </a:r>
          </a:p>
        </p:txBody>
      </p:sp>
      <p:sp>
        <p:nvSpPr>
          <p:cNvPr id="7" name="Rectangle 6">
            <a:extLst>
              <a:ext uri="{FF2B5EF4-FFF2-40B4-BE49-F238E27FC236}">
                <a16:creationId xmlns:a16="http://schemas.microsoft.com/office/drawing/2014/main" id="{08014772-1EBD-4543-B514-ADB7C778ADBF}"/>
              </a:ext>
            </a:extLst>
          </p:cNvPr>
          <p:cNvSpPr/>
          <p:nvPr/>
        </p:nvSpPr>
        <p:spPr>
          <a:xfrm>
            <a:off x="4235221" y="2095109"/>
            <a:ext cx="2183947" cy="1149225"/>
          </a:xfrm>
          <a:prstGeom prst="rect">
            <a:avLst/>
          </a:prstGeom>
          <a:solidFill>
            <a:srgbClr val="FFC000"/>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234000" rIns="234000" rtlCol="0" anchor="ctr"/>
          <a:lstStyle/>
          <a:p>
            <a:pPr marL="0" indent="0" algn="ctr">
              <a:buFont typeface="Wingdings" panose="05000000000000000000" pitchFamily="2" charset="2"/>
              <a:buNone/>
            </a:pPr>
            <a:r>
              <a:rPr lang="en-US" sz="2200" dirty="0">
                <a:solidFill>
                  <a:schemeClr val="bg1"/>
                </a:solidFill>
                <a:latin typeface="Arial" pitchFamily="34" charset="0"/>
                <a:cs typeface="Arial" pitchFamily="34" charset="0"/>
              </a:rPr>
              <a:t>Call Batch / Exe / ADS call</a:t>
            </a:r>
          </a:p>
        </p:txBody>
      </p:sp>
      <p:cxnSp>
        <p:nvCxnSpPr>
          <p:cNvPr id="8" name="Straight Connector 7">
            <a:extLst>
              <a:ext uri="{FF2B5EF4-FFF2-40B4-BE49-F238E27FC236}">
                <a16:creationId xmlns:a16="http://schemas.microsoft.com/office/drawing/2014/main" id="{7B063179-E4DF-4737-9BCB-E1016F903B61}"/>
              </a:ext>
            </a:extLst>
          </p:cNvPr>
          <p:cNvCxnSpPr/>
          <p:nvPr/>
        </p:nvCxnSpPr>
        <p:spPr>
          <a:xfrm>
            <a:off x="1379764" y="2875706"/>
            <a:ext cx="1836964" cy="0"/>
          </a:xfrm>
          <a:prstGeom prst="line">
            <a:avLst/>
          </a:prstGeom>
          <a:ln w="635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8F2AAC-DF16-42E4-9F92-3EBA352CB252}"/>
              </a:ext>
            </a:extLst>
          </p:cNvPr>
          <p:cNvSpPr txBox="1"/>
          <p:nvPr/>
        </p:nvSpPr>
        <p:spPr>
          <a:xfrm>
            <a:off x="1106260" y="2506374"/>
            <a:ext cx="2383971" cy="369332"/>
          </a:xfrm>
          <a:prstGeom prst="rect">
            <a:avLst/>
          </a:prstGeom>
          <a:noFill/>
        </p:spPr>
        <p:txBody>
          <a:bodyPr wrap="square" rtlCol="0">
            <a:spAutoFit/>
          </a:bodyPr>
          <a:lstStyle/>
          <a:p>
            <a:r>
              <a:rPr lang="en-US" dirty="0"/>
              <a:t>Video File output</a:t>
            </a:r>
          </a:p>
        </p:txBody>
      </p:sp>
      <p:cxnSp>
        <p:nvCxnSpPr>
          <p:cNvPr id="10" name="Straight Connector 9">
            <a:extLst>
              <a:ext uri="{FF2B5EF4-FFF2-40B4-BE49-F238E27FC236}">
                <a16:creationId xmlns:a16="http://schemas.microsoft.com/office/drawing/2014/main" id="{8FAC6D37-D514-4207-B202-960558F674C1}"/>
              </a:ext>
            </a:extLst>
          </p:cNvPr>
          <p:cNvCxnSpPr/>
          <p:nvPr/>
        </p:nvCxnSpPr>
        <p:spPr>
          <a:xfrm>
            <a:off x="1379764" y="1924893"/>
            <a:ext cx="1836964" cy="0"/>
          </a:xfrm>
          <a:prstGeom prst="line">
            <a:avLst/>
          </a:prstGeom>
          <a:ln w="635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03DA2F3-07F7-44B8-A5B2-443EBA4288F2}"/>
              </a:ext>
            </a:extLst>
          </p:cNvPr>
          <p:cNvSpPr txBox="1"/>
          <p:nvPr/>
        </p:nvSpPr>
        <p:spPr>
          <a:xfrm>
            <a:off x="1106260" y="1555561"/>
            <a:ext cx="2383971" cy="369332"/>
          </a:xfrm>
          <a:prstGeom prst="rect">
            <a:avLst/>
          </a:prstGeom>
          <a:noFill/>
        </p:spPr>
        <p:txBody>
          <a:bodyPr wrap="square" rtlCol="0">
            <a:spAutoFit/>
          </a:bodyPr>
          <a:lstStyle/>
          <a:p>
            <a:r>
              <a:rPr lang="en-US" dirty="0" err="1"/>
              <a:t>bStart</a:t>
            </a:r>
            <a:endParaRPr lang="en-US" dirty="0"/>
          </a:p>
        </p:txBody>
      </p:sp>
      <p:cxnSp>
        <p:nvCxnSpPr>
          <p:cNvPr id="12" name="Straight Connector 11">
            <a:extLst>
              <a:ext uri="{FF2B5EF4-FFF2-40B4-BE49-F238E27FC236}">
                <a16:creationId xmlns:a16="http://schemas.microsoft.com/office/drawing/2014/main" id="{F8020F64-CF02-421A-A4A6-F96141C8F42D}"/>
              </a:ext>
            </a:extLst>
          </p:cNvPr>
          <p:cNvCxnSpPr/>
          <p:nvPr/>
        </p:nvCxnSpPr>
        <p:spPr>
          <a:xfrm>
            <a:off x="7837714" y="2394075"/>
            <a:ext cx="1836964" cy="0"/>
          </a:xfrm>
          <a:prstGeom prst="line">
            <a:avLst/>
          </a:prstGeom>
          <a:ln w="635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7023282-E23F-4488-B97C-085261B0893B}"/>
              </a:ext>
            </a:extLst>
          </p:cNvPr>
          <p:cNvSpPr txBox="1"/>
          <p:nvPr/>
        </p:nvSpPr>
        <p:spPr>
          <a:xfrm>
            <a:off x="8856207" y="2024743"/>
            <a:ext cx="981757" cy="369332"/>
          </a:xfrm>
          <a:prstGeom prst="rect">
            <a:avLst/>
          </a:prstGeom>
          <a:noFill/>
        </p:spPr>
        <p:txBody>
          <a:bodyPr wrap="square" rtlCol="0">
            <a:spAutoFit/>
          </a:bodyPr>
          <a:lstStyle/>
          <a:p>
            <a:r>
              <a:rPr lang="en-US" dirty="0" err="1"/>
              <a:t>bBusy</a:t>
            </a:r>
            <a:endParaRPr lang="en-US" dirty="0"/>
          </a:p>
        </p:txBody>
      </p:sp>
      <p:cxnSp>
        <p:nvCxnSpPr>
          <p:cNvPr id="14" name="Straight Connector 13">
            <a:extLst>
              <a:ext uri="{FF2B5EF4-FFF2-40B4-BE49-F238E27FC236}">
                <a16:creationId xmlns:a16="http://schemas.microsoft.com/office/drawing/2014/main" id="{FDEB6006-C352-4FA8-A4F4-DEF7D47E5A9C}"/>
              </a:ext>
            </a:extLst>
          </p:cNvPr>
          <p:cNvCxnSpPr/>
          <p:nvPr/>
        </p:nvCxnSpPr>
        <p:spPr>
          <a:xfrm>
            <a:off x="7837714" y="3112277"/>
            <a:ext cx="1836964" cy="0"/>
          </a:xfrm>
          <a:prstGeom prst="line">
            <a:avLst/>
          </a:prstGeom>
          <a:ln w="635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25138D4-AD74-4589-8E5E-0436B2BD1BCD}"/>
              </a:ext>
            </a:extLst>
          </p:cNvPr>
          <p:cNvSpPr txBox="1"/>
          <p:nvPr/>
        </p:nvSpPr>
        <p:spPr>
          <a:xfrm>
            <a:off x="8856207" y="2742945"/>
            <a:ext cx="981757" cy="369332"/>
          </a:xfrm>
          <a:prstGeom prst="rect">
            <a:avLst/>
          </a:prstGeom>
          <a:noFill/>
        </p:spPr>
        <p:txBody>
          <a:bodyPr wrap="square" rtlCol="0">
            <a:spAutoFit/>
          </a:bodyPr>
          <a:lstStyle/>
          <a:p>
            <a:r>
              <a:rPr lang="en-US" dirty="0" err="1"/>
              <a:t>bErrror</a:t>
            </a:r>
            <a:endParaRPr lang="en-US" dirty="0"/>
          </a:p>
        </p:txBody>
      </p:sp>
      <p:cxnSp>
        <p:nvCxnSpPr>
          <p:cNvPr id="16" name="Straight Connector 15">
            <a:extLst>
              <a:ext uri="{FF2B5EF4-FFF2-40B4-BE49-F238E27FC236}">
                <a16:creationId xmlns:a16="http://schemas.microsoft.com/office/drawing/2014/main" id="{1CFA2612-D2E5-477D-8EC4-E49A7306F5B4}"/>
              </a:ext>
            </a:extLst>
          </p:cNvPr>
          <p:cNvCxnSpPr/>
          <p:nvPr/>
        </p:nvCxnSpPr>
        <p:spPr>
          <a:xfrm>
            <a:off x="7823425" y="3645794"/>
            <a:ext cx="1836964" cy="0"/>
          </a:xfrm>
          <a:prstGeom prst="line">
            <a:avLst/>
          </a:prstGeom>
          <a:ln w="635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F41F41B-00D6-4670-9AD8-01F5DEFB8D7E}"/>
              </a:ext>
            </a:extLst>
          </p:cNvPr>
          <p:cNvSpPr txBox="1"/>
          <p:nvPr/>
        </p:nvSpPr>
        <p:spPr>
          <a:xfrm>
            <a:off x="8841918" y="3276462"/>
            <a:ext cx="981757" cy="369332"/>
          </a:xfrm>
          <a:prstGeom prst="rect">
            <a:avLst/>
          </a:prstGeom>
          <a:noFill/>
        </p:spPr>
        <p:txBody>
          <a:bodyPr wrap="square" rtlCol="0">
            <a:spAutoFit/>
          </a:bodyPr>
          <a:lstStyle/>
          <a:p>
            <a:r>
              <a:rPr lang="en-US" dirty="0" err="1"/>
              <a:t>nErrID</a:t>
            </a:r>
            <a:endParaRPr lang="en-US" dirty="0"/>
          </a:p>
        </p:txBody>
      </p:sp>
    </p:spTree>
    <p:extLst>
      <p:ext uri="{BB962C8B-B14F-4D97-AF65-F5344CB8AC3E}">
        <p14:creationId xmlns:p14="http://schemas.microsoft.com/office/powerpoint/2010/main" val="4181828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98BE4-55F7-4B35-A5A0-1CE5A732638B}"/>
              </a:ext>
            </a:extLst>
          </p:cNvPr>
          <p:cNvSpPr>
            <a:spLocks noGrp="1"/>
          </p:cNvSpPr>
          <p:nvPr>
            <p:ph type="title"/>
          </p:nvPr>
        </p:nvSpPr>
        <p:spPr/>
        <p:txBody>
          <a:bodyPr/>
          <a:lstStyle/>
          <a:p>
            <a:r>
              <a:rPr lang="en-US" dirty="0"/>
              <a:t>Watch for JSON attribute in alarm, Make video from images</a:t>
            </a:r>
          </a:p>
        </p:txBody>
      </p:sp>
      <p:sp>
        <p:nvSpPr>
          <p:cNvPr id="3" name="Rectangle 2">
            <a:extLst>
              <a:ext uri="{FF2B5EF4-FFF2-40B4-BE49-F238E27FC236}">
                <a16:creationId xmlns:a16="http://schemas.microsoft.com/office/drawing/2014/main" id="{759ED9D5-6988-44D2-A876-8EB0A68D323C}"/>
              </a:ext>
            </a:extLst>
          </p:cNvPr>
          <p:cNvSpPr/>
          <p:nvPr/>
        </p:nvSpPr>
        <p:spPr>
          <a:xfrm>
            <a:off x="3216728" y="1804308"/>
            <a:ext cx="4620986" cy="4087214"/>
          </a:xfrm>
          <a:prstGeom prst="rect">
            <a:avLst/>
          </a:prstGeom>
          <a:solidFill>
            <a:schemeClr val="bg2"/>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234000" rIns="234000" rtlCol="0" anchor="ctr"/>
          <a:lstStyle/>
          <a:p>
            <a:pPr marL="0" indent="0" algn="ctr">
              <a:buFont typeface="Wingdings" panose="05000000000000000000" pitchFamily="2" charset="2"/>
              <a:buNone/>
            </a:pPr>
            <a:endParaRPr lang="en-US" sz="2200" dirty="0">
              <a:solidFill>
                <a:schemeClr val="bg1"/>
              </a:solidFill>
              <a:latin typeface="Arial" pitchFamily="34" charset="0"/>
              <a:cs typeface="Arial" pitchFamily="34" charset="0"/>
            </a:endParaRPr>
          </a:p>
        </p:txBody>
      </p:sp>
      <p:cxnSp>
        <p:nvCxnSpPr>
          <p:cNvPr id="5" name="Straight Connector 4">
            <a:extLst>
              <a:ext uri="{FF2B5EF4-FFF2-40B4-BE49-F238E27FC236}">
                <a16:creationId xmlns:a16="http://schemas.microsoft.com/office/drawing/2014/main" id="{2797DF28-83FA-4523-9D90-F4D3A78BCEE6}"/>
              </a:ext>
            </a:extLst>
          </p:cNvPr>
          <p:cNvCxnSpPr/>
          <p:nvPr/>
        </p:nvCxnSpPr>
        <p:spPr>
          <a:xfrm>
            <a:off x="1379764" y="2424793"/>
            <a:ext cx="1836964" cy="0"/>
          </a:xfrm>
          <a:prstGeom prst="line">
            <a:avLst/>
          </a:prstGeom>
          <a:ln w="635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B1A6BB4-B845-410E-BCEF-4AE1A180D507}"/>
              </a:ext>
            </a:extLst>
          </p:cNvPr>
          <p:cNvSpPr txBox="1"/>
          <p:nvPr/>
        </p:nvSpPr>
        <p:spPr>
          <a:xfrm>
            <a:off x="1007609" y="2073673"/>
            <a:ext cx="2383971" cy="369332"/>
          </a:xfrm>
          <a:prstGeom prst="rect">
            <a:avLst/>
          </a:prstGeom>
          <a:noFill/>
        </p:spPr>
        <p:txBody>
          <a:bodyPr wrap="square" rtlCol="0">
            <a:spAutoFit/>
          </a:bodyPr>
          <a:lstStyle/>
          <a:p>
            <a:r>
              <a:rPr lang="en-US" dirty="0"/>
              <a:t>Image Export Path</a:t>
            </a:r>
          </a:p>
        </p:txBody>
      </p:sp>
      <p:sp>
        <p:nvSpPr>
          <p:cNvPr id="7" name="Rectangle 6">
            <a:extLst>
              <a:ext uri="{FF2B5EF4-FFF2-40B4-BE49-F238E27FC236}">
                <a16:creationId xmlns:a16="http://schemas.microsoft.com/office/drawing/2014/main" id="{08014772-1EBD-4543-B514-ADB7C778ADBF}"/>
              </a:ext>
            </a:extLst>
          </p:cNvPr>
          <p:cNvSpPr/>
          <p:nvPr/>
        </p:nvSpPr>
        <p:spPr>
          <a:xfrm>
            <a:off x="3899975" y="3982817"/>
            <a:ext cx="3254489" cy="1149225"/>
          </a:xfrm>
          <a:prstGeom prst="rect">
            <a:avLst/>
          </a:prstGeom>
          <a:solidFill>
            <a:srgbClr val="FFC000"/>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234000" rIns="234000" rtlCol="0" anchor="ctr"/>
          <a:lstStyle/>
          <a:p>
            <a:pPr marL="0" indent="0" algn="ctr">
              <a:buFont typeface="Wingdings" panose="05000000000000000000" pitchFamily="2" charset="2"/>
              <a:buNone/>
            </a:pPr>
            <a:r>
              <a:rPr lang="en-US" sz="2200" dirty="0">
                <a:solidFill>
                  <a:schemeClr val="bg1"/>
                </a:solidFill>
                <a:latin typeface="Arial" pitchFamily="34" charset="0"/>
                <a:cs typeface="Arial" pitchFamily="34" charset="0"/>
              </a:rPr>
              <a:t>Call ‘Create Video’</a:t>
            </a:r>
          </a:p>
        </p:txBody>
      </p:sp>
      <p:cxnSp>
        <p:nvCxnSpPr>
          <p:cNvPr id="8" name="Straight Connector 7">
            <a:extLst>
              <a:ext uri="{FF2B5EF4-FFF2-40B4-BE49-F238E27FC236}">
                <a16:creationId xmlns:a16="http://schemas.microsoft.com/office/drawing/2014/main" id="{7B063179-E4DF-4737-9BCB-E1016F903B61}"/>
              </a:ext>
            </a:extLst>
          </p:cNvPr>
          <p:cNvCxnSpPr/>
          <p:nvPr/>
        </p:nvCxnSpPr>
        <p:spPr>
          <a:xfrm>
            <a:off x="1379764" y="2900199"/>
            <a:ext cx="1836964" cy="0"/>
          </a:xfrm>
          <a:prstGeom prst="line">
            <a:avLst/>
          </a:prstGeom>
          <a:ln w="635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8F2AAC-DF16-42E4-9F92-3EBA352CB252}"/>
              </a:ext>
            </a:extLst>
          </p:cNvPr>
          <p:cNvSpPr txBox="1"/>
          <p:nvPr/>
        </p:nvSpPr>
        <p:spPr>
          <a:xfrm>
            <a:off x="1146061" y="2556263"/>
            <a:ext cx="2383971" cy="369332"/>
          </a:xfrm>
          <a:prstGeom prst="rect">
            <a:avLst/>
          </a:prstGeom>
          <a:noFill/>
        </p:spPr>
        <p:txBody>
          <a:bodyPr wrap="square" rtlCol="0">
            <a:spAutoFit/>
          </a:bodyPr>
          <a:lstStyle/>
          <a:p>
            <a:r>
              <a:rPr lang="en-US" dirty="0"/>
              <a:t>Video File output</a:t>
            </a:r>
          </a:p>
        </p:txBody>
      </p:sp>
      <p:cxnSp>
        <p:nvCxnSpPr>
          <p:cNvPr id="12" name="Straight Connector 11">
            <a:extLst>
              <a:ext uri="{FF2B5EF4-FFF2-40B4-BE49-F238E27FC236}">
                <a16:creationId xmlns:a16="http://schemas.microsoft.com/office/drawing/2014/main" id="{F8020F64-CF02-421A-A4A6-F96141C8F42D}"/>
              </a:ext>
            </a:extLst>
          </p:cNvPr>
          <p:cNvCxnSpPr/>
          <p:nvPr/>
        </p:nvCxnSpPr>
        <p:spPr>
          <a:xfrm>
            <a:off x="7837714" y="2418568"/>
            <a:ext cx="1836964" cy="0"/>
          </a:xfrm>
          <a:prstGeom prst="line">
            <a:avLst/>
          </a:prstGeom>
          <a:ln w="635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7023282-E23F-4488-B97C-085261B0893B}"/>
              </a:ext>
            </a:extLst>
          </p:cNvPr>
          <p:cNvSpPr txBox="1"/>
          <p:nvPr/>
        </p:nvSpPr>
        <p:spPr>
          <a:xfrm>
            <a:off x="8856207" y="2049236"/>
            <a:ext cx="981757" cy="369332"/>
          </a:xfrm>
          <a:prstGeom prst="rect">
            <a:avLst/>
          </a:prstGeom>
          <a:noFill/>
        </p:spPr>
        <p:txBody>
          <a:bodyPr wrap="square" rtlCol="0">
            <a:spAutoFit/>
          </a:bodyPr>
          <a:lstStyle/>
          <a:p>
            <a:r>
              <a:rPr lang="en-US" dirty="0" err="1"/>
              <a:t>bBusy</a:t>
            </a:r>
            <a:endParaRPr lang="en-US" dirty="0"/>
          </a:p>
        </p:txBody>
      </p:sp>
      <p:cxnSp>
        <p:nvCxnSpPr>
          <p:cNvPr id="14" name="Straight Connector 13">
            <a:extLst>
              <a:ext uri="{FF2B5EF4-FFF2-40B4-BE49-F238E27FC236}">
                <a16:creationId xmlns:a16="http://schemas.microsoft.com/office/drawing/2014/main" id="{FDEB6006-C352-4FA8-A4F4-DEF7D47E5A9C}"/>
              </a:ext>
            </a:extLst>
          </p:cNvPr>
          <p:cNvCxnSpPr/>
          <p:nvPr/>
        </p:nvCxnSpPr>
        <p:spPr>
          <a:xfrm>
            <a:off x="7837714" y="3136770"/>
            <a:ext cx="1836964" cy="0"/>
          </a:xfrm>
          <a:prstGeom prst="line">
            <a:avLst/>
          </a:prstGeom>
          <a:ln w="635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25138D4-AD74-4589-8E5E-0436B2BD1BCD}"/>
              </a:ext>
            </a:extLst>
          </p:cNvPr>
          <p:cNvSpPr txBox="1"/>
          <p:nvPr/>
        </p:nvSpPr>
        <p:spPr>
          <a:xfrm>
            <a:off x="8856207" y="2767438"/>
            <a:ext cx="981757" cy="369332"/>
          </a:xfrm>
          <a:prstGeom prst="rect">
            <a:avLst/>
          </a:prstGeom>
          <a:noFill/>
        </p:spPr>
        <p:txBody>
          <a:bodyPr wrap="square" rtlCol="0">
            <a:spAutoFit/>
          </a:bodyPr>
          <a:lstStyle/>
          <a:p>
            <a:r>
              <a:rPr lang="en-US" dirty="0" err="1"/>
              <a:t>bErrror</a:t>
            </a:r>
            <a:endParaRPr lang="en-US" dirty="0"/>
          </a:p>
        </p:txBody>
      </p:sp>
      <p:cxnSp>
        <p:nvCxnSpPr>
          <p:cNvPr id="16" name="Straight Connector 15">
            <a:extLst>
              <a:ext uri="{FF2B5EF4-FFF2-40B4-BE49-F238E27FC236}">
                <a16:creationId xmlns:a16="http://schemas.microsoft.com/office/drawing/2014/main" id="{1CFA2612-D2E5-477D-8EC4-E49A7306F5B4}"/>
              </a:ext>
            </a:extLst>
          </p:cNvPr>
          <p:cNvCxnSpPr/>
          <p:nvPr/>
        </p:nvCxnSpPr>
        <p:spPr>
          <a:xfrm>
            <a:off x="7823425" y="3670287"/>
            <a:ext cx="1836964" cy="0"/>
          </a:xfrm>
          <a:prstGeom prst="line">
            <a:avLst/>
          </a:prstGeom>
          <a:ln w="635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F41F41B-00D6-4670-9AD8-01F5DEFB8D7E}"/>
              </a:ext>
            </a:extLst>
          </p:cNvPr>
          <p:cNvSpPr txBox="1"/>
          <p:nvPr/>
        </p:nvSpPr>
        <p:spPr>
          <a:xfrm>
            <a:off x="8841918" y="3300955"/>
            <a:ext cx="981757" cy="369332"/>
          </a:xfrm>
          <a:prstGeom prst="rect">
            <a:avLst/>
          </a:prstGeom>
          <a:noFill/>
        </p:spPr>
        <p:txBody>
          <a:bodyPr wrap="square" rtlCol="0">
            <a:spAutoFit/>
          </a:bodyPr>
          <a:lstStyle/>
          <a:p>
            <a:r>
              <a:rPr lang="en-US" dirty="0" err="1"/>
              <a:t>nErrID</a:t>
            </a:r>
            <a:endParaRPr lang="en-US" dirty="0"/>
          </a:p>
        </p:txBody>
      </p:sp>
      <p:sp>
        <p:nvSpPr>
          <p:cNvPr id="18" name="Rectangle 17">
            <a:extLst>
              <a:ext uri="{FF2B5EF4-FFF2-40B4-BE49-F238E27FC236}">
                <a16:creationId xmlns:a16="http://schemas.microsoft.com/office/drawing/2014/main" id="{EFEB4FD0-9EF8-457B-B609-87FB525E0BB8}"/>
              </a:ext>
            </a:extLst>
          </p:cNvPr>
          <p:cNvSpPr/>
          <p:nvPr/>
        </p:nvSpPr>
        <p:spPr>
          <a:xfrm>
            <a:off x="3864766" y="2233901"/>
            <a:ext cx="3324909" cy="1149225"/>
          </a:xfrm>
          <a:prstGeom prst="rect">
            <a:avLst/>
          </a:prstGeom>
          <a:solidFill>
            <a:srgbClr val="0070C0"/>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234000" rIns="234000" rtlCol="0" anchor="ctr"/>
          <a:lstStyle/>
          <a:p>
            <a:pPr marL="0" indent="0" algn="ctr">
              <a:buFont typeface="Wingdings" panose="05000000000000000000" pitchFamily="2" charset="2"/>
              <a:buNone/>
            </a:pPr>
            <a:r>
              <a:rPr lang="en-US" sz="1600" dirty="0" err="1">
                <a:solidFill>
                  <a:schemeClr val="bg1"/>
                </a:solidFill>
                <a:latin typeface="Arial" pitchFamily="34" charset="0"/>
                <a:cs typeface="Arial" pitchFamily="34" charset="0"/>
              </a:rPr>
              <a:t>FB_EventListener</a:t>
            </a:r>
            <a:endParaRPr lang="en-US" sz="1600" dirty="0">
              <a:solidFill>
                <a:schemeClr val="bg1"/>
              </a:solidFill>
              <a:latin typeface="Arial" pitchFamily="34" charset="0"/>
              <a:cs typeface="Arial" pitchFamily="34" charset="0"/>
            </a:endParaRPr>
          </a:p>
          <a:p>
            <a:pPr marL="0" indent="0" algn="ctr">
              <a:buFont typeface="Wingdings" panose="05000000000000000000" pitchFamily="2" charset="2"/>
              <a:buNone/>
            </a:pPr>
            <a:r>
              <a:rPr lang="en-US" sz="1600" dirty="0">
                <a:solidFill>
                  <a:schemeClr val="bg1"/>
                </a:solidFill>
                <a:latin typeface="Arial" pitchFamily="34" charset="0"/>
                <a:cs typeface="Arial" pitchFamily="34" charset="0"/>
              </a:rPr>
              <a:t>If alarm, if JSON = to input, call Video</a:t>
            </a:r>
          </a:p>
        </p:txBody>
      </p:sp>
      <p:cxnSp>
        <p:nvCxnSpPr>
          <p:cNvPr id="19" name="Straight Arrow Connector 18">
            <a:extLst>
              <a:ext uri="{FF2B5EF4-FFF2-40B4-BE49-F238E27FC236}">
                <a16:creationId xmlns:a16="http://schemas.microsoft.com/office/drawing/2014/main" id="{B9D41940-3857-4644-B037-D7454B557C0E}"/>
              </a:ext>
            </a:extLst>
          </p:cNvPr>
          <p:cNvCxnSpPr>
            <a:cxnSpLocks/>
            <a:stCxn id="18" idx="2"/>
            <a:endCxn id="7" idx="0"/>
          </p:cNvCxnSpPr>
          <p:nvPr/>
        </p:nvCxnSpPr>
        <p:spPr>
          <a:xfrm flipH="1">
            <a:off x="5527220" y="3383126"/>
            <a:ext cx="1" cy="599691"/>
          </a:xfrm>
          <a:prstGeom prst="straightConnector1">
            <a:avLst/>
          </a:prstGeom>
          <a:ln w="6350">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F6DF7C7-B17B-4BB8-A814-C8046E7E5C3D}"/>
              </a:ext>
            </a:extLst>
          </p:cNvPr>
          <p:cNvSpPr txBox="1"/>
          <p:nvPr/>
        </p:nvSpPr>
        <p:spPr>
          <a:xfrm>
            <a:off x="3265852" y="5362401"/>
            <a:ext cx="1802947" cy="369332"/>
          </a:xfrm>
          <a:prstGeom prst="rect">
            <a:avLst/>
          </a:prstGeom>
          <a:noFill/>
        </p:spPr>
        <p:txBody>
          <a:bodyPr wrap="square" rtlCol="0">
            <a:spAutoFit/>
          </a:bodyPr>
          <a:lstStyle/>
          <a:p>
            <a:r>
              <a:rPr lang="en-US" dirty="0" err="1"/>
              <a:t>TriggerScope</a:t>
            </a:r>
            <a:endParaRPr lang="en-US" dirty="0"/>
          </a:p>
        </p:txBody>
      </p:sp>
      <p:sp>
        <p:nvSpPr>
          <p:cNvPr id="26" name="TextBox 25">
            <a:extLst>
              <a:ext uri="{FF2B5EF4-FFF2-40B4-BE49-F238E27FC236}">
                <a16:creationId xmlns:a16="http://schemas.microsoft.com/office/drawing/2014/main" id="{73B69F6C-4177-4B68-86CB-C7E619D2ECC9}"/>
              </a:ext>
            </a:extLst>
          </p:cNvPr>
          <p:cNvSpPr txBox="1"/>
          <p:nvPr/>
        </p:nvSpPr>
        <p:spPr>
          <a:xfrm>
            <a:off x="3748767" y="6116830"/>
            <a:ext cx="3827691" cy="369332"/>
          </a:xfrm>
          <a:prstGeom prst="rect">
            <a:avLst/>
          </a:prstGeom>
          <a:noFill/>
        </p:spPr>
        <p:txBody>
          <a:bodyPr wrap="square" rtlCol="0">
            <a:spAutoFit/>
          </a:bodyPr>
          <a:lstStyle/>
          <a:p>
            <a:r>
              <a:rPr lang="en-US" dirty="0" err="1"/>
              <a:t>MyEventPlaybackFB.TriggerScope</a:t>
            </a:r>
            <a:endParaRPr lang="en-US" dirty="0"/>
          </a:p>
        </p:txBody>
      </p:sp>
      <p:sp>
        <p:nvSpPr>
          <p:cNvPr id="27" name="TextBox 26">
            <a:extLst>
              <a:ext uri="{FF2B5EF4-FFF2-40B4-BE49-F238E27FC236}">
                <a16:creationId xmlns:a16="http://schemas.microsoft.com/office/drawing/2014/main" id="{74456CE2-55DE-4F9C-92A7-18FCA1B2FFEA}"/>
              </a:ext>
            </a:extLst>
          </p:cNvPr>
          <p:cNvSpPr txBox="1"/>
          <p:nvPr/>
        </p:nvSpPr>
        <p:spPr>
          <a:xfrm>
            <a:off x="3748766" y="6400621"/>
            <a:ext cx="3827691" cy="369332"/>
          </a:xfrm>
          <a:prstGeom prst="rect">
            <a:avLst/>
          </a:prstGeom>
          <a:noFill/>
        </p:spPr>
        <p:txBody>
          <a:bodyPr wrap="square" rtlCol="0">
            <a:spAutoFit/>
          </a:bodyPr>
          <a:lstStyle/>
          <a:p>
            <a:r>
              <a:rPr lang="en-US" dirty="0" err="1"/>
              <a:t>OtherEventPlayback.TriggerScope</a:t>
            </a:r>
            <a:endParaRPr lang="en-US" dirty="0"/>
          </a:p>
        </p:txBody>
      </p:sp>
      <p:cxnSp>
        <p:nvCxnSpPr>
          <p:cNvPr id="29" name="Straight Connector 28">
            <a:extLst>
              <a:ext uri="{FF2B5EF4-FFF2-40B4-BE49-F238E27FC236}">
                <a16:creationId xmlns:a16="http://schemas.microsoft.com/office/drawing/2014/main" id="{5DF745A2-71B7-4944-A275-FE3BD75A807D}"/>
              </a:ext>
            </a:extLst>
          </p:cNvPr>
          <p:cNvCxnSpPr/>
          <p:nvPr/>
        </p:nvCxnSpPr>
        <p:spPr>
          <a:xfrm>
            <a:off x="1379763" y="3499228"/>
            <a:ext cx="1836964" cy="0"/>
          </a:xfrm>
          <a:prstGeom prst="line">
            <a:avLst/>
          </a:prstGeom>
          <a:ln w="635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47A71D9F-ABF8-46F0-B6C1-193DE3741E73}"/>
              </a:ext>
            </a:extLst>
          </p:cNvPr>
          <p:cNvSpPr txBox="1"/>
          <p:nvPr/>
        </p:nvSpPr>
        <p:spPr>
          <a:xfrm>
            <a:off x="1301439" y="3155954"/>
            <a:ext cx="1929577" cy="369332"/>
          </a:xfrm>
          <a:prstGeom prst="rect">
            <a:avLst/>
          </a:prstGeom>
          <a:noFill/>
        </p:spPr>
        <p:txBody>
          <a:bodyPr wrap="square" rtlCol="0">
            <a:spAutoFit/>
          </a:bodyPr>
          <a:lstStyle/>
          <a:p>
            <a:r>
              <a:rPr lang="en-US" dirty="0"/>
              <a:t>JSON attribute</a:t>
            </a:r>
          </a:p>
        </p:txBody>
      </p:sp>
      <p:sp>
        <p:nvSpPr>
          <p:cNvPr id="31" name="TextBox 30">
            <a:extLst>
              <a:ext uri="{FF2B5EF4-FFF2-40B4-BE49-F238E27FC236}">
                <a16:creationId xmlns:a16="http://schemas.microsoft.com/office/drawing/2014/main" id="{F1621CFB-39DD-4B63-98D4-E882FD917C71}"/>
              </a:ext>
            </a:extLst>
          </p:cNvPr>
          <p:cNvSpPr txBox="1"/>
          <p:nvPr/>
        </p:nvSpPr>
        <p:spPr>
          <a:xfrm>
            <a:off x="4335233" y="1425354"/>
            <a:ext cx="2383971" cy="369332"/>
          </a:xfrm>
          <a:prstGeom prst="rect">
            <a:avLst/>
          </a:prstGeom>
          <a:noFill/>
        </p:spPr>
        <p:txBody>
          <a:bodyPr wrap="square" rtlCol="0">
            <a:spAutoFit/>
          </a:bodyPr>
          <a:lstStyle/>
          <a:p>
            <a:r>
              <a:rPr lang="en-US" dirty="0"/>
              <a:t>Image Export Path</a:t>
            </a:r>
          </a:p>
        </p:txBody>
      </p:sp>
    </p:spTree>
    <p:extLst>
      <p:ext uri="{BB962C8B-B14F-4D97-AF65-F5344CB8AC3E}">
        <p14:creationId xmlns:p14="http://schemas.microsoft.com/office/powerpoint/2010/main" val="2145213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F13D2F6C-9050-48A8-B351-55273345597D}"/>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961989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0FA4CA6-BD23-44A1-A537-29395A259F6B}"/>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1926134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7">
            <a:extLst>
              <a:ext uri="{FF2B5EF4-FFF2-40B4-BE49-F238E27FC236}">
                <a16:creationId xmlns:a16="http://schemas.microsoft.com/office/drawing/2014/main" id="{E01C406F-27BD-4021-B6F4-B15575FDD55D}"/>
              </a:ext>
            </a:extLst>
          </p:cNvPr>
          <p:cNvSpPr>
            <a:spLocks noGrp="1"/>
          </p:cNvSpPr>
          <p:nvPr>
            <p:ph type="body" sz="quarter" idx="11"/>
          </p:nvPr>
        </p:nvSpPr>
        <p:spPr/>
        <p:txBody>
          <a:bodyPr/>
          <a:lstStyle/>
          <a:p>
            <a:endParaRPr lang="en-US" dirty="0"/>
          </a:p>
        </p:txBody>
      </p:sp>
      <p:sp>
        <p:nvSpPr>
          <p:cNvPr id="3" name="Text Placeholder 6">
            <a:extLst>
              <a:ext uri="{FF2B5EF4-FFF2-40B4-BE49-F238E27FC236}">
                <a16:creationId xmlns:a16="http://schemas.microsoft.com/office/drawing/2014/main" id="{5975815C-9CAA-4128-B43F-01913F1F487A}"/>
              </a:ext>
            </a:extLst>
          </p:cNvPr>
          <p:cNvSpPr>
            <a:spLocks noGrp="1"/>
          </p:cNvSpPr>
          <p:nvPr>
            <p:ph type="body" sz="quarter" idx="16"/>
          </p:nvPr>
        </p:nvSpPr>
        <p:spPr/>
        <p:txBody>
          <a:bodyPr/>
          <a:lstStyle/>
          <a:p>
            <a:r>
              <a:rPr lang="en-US" dirty="0"/>
              <a:t>Phone: 	+[country code] [number] </a:t>
            </a:r>
            <a:br>
              <a:rPr lang="en-US" dirty="0"/>
            </a:br>
            <a:r>
              <a:rPr lang="en-US" dirty="0"/>
              <a:t>E-mail: 	[account]@beckhoff.[domain] </a:t>
            </a:r>
            <a:br>
              <a:rPr lang="en-US" dirty="0"/>
            </a:br>
            <a:r>
              <a:rPr lang="en-US" dirty="0"/>
              <a:t>Web: 	www.beckhoff.[domain]</a:t>
            </a:r>
          </a:p>
          <a:p>
            <a:endParaRPr lang="en-US" dirty="0"/>
          </a:p>
        </p:txBody>
      </p:sp>
      <p:sp>
        <p:nvSpPr>
          <p:cNvPr id="4" name="Text Placeholder 5">
            <a:extLst>
              <a:ext uri="{FF2B5EF4-FFF2-40B4-BE49-F238E27FC236}">
                <a16:creationId xmlns:a16="http://schemas.microsoft.com/office/drawing/2014/main" id="{9C48864A-6EFB-49F3-A89F-FD60BF0358DF}"/>
              </a:ext>
            </a:extLst>
          </p:cNvPr>
          <p:cNvSpPr>
            <a:spLocks noGrp="1"/>
          </p:cNvSpPr>
          <p:nvPr>
            <p:ph type="body" sz="quarter" idx="14"/>
          </p:nvPr>
        </p:nvSpPr>
        <p:spPr/>
        <p:txBody>
          <a:bodyPr/>
          <a:lstStyle/>
          <a:p>
            <a:r>
              <a:rPr lang="en-US" b="1" dirty="0"/>
              <a:t>Beckhoff Automation [legal form] </a:t>
            </a:r>
          </a:p>
          <a:p>
            <a:r>
              <a:rPr lang="en-US" dirty="0"/>
              <a:t>[Address details 1]</a:t>
            </a:r>
          </a:p>
          <a:p>
            <a:r>
              <a:rPr lang="en-US" dirty="0"/>
              <a:t>[Address details 2]</a:t>
            </a:r>
          </a:p>
          <a:p>
            <a:r>
              <a:rPr lang="en-US" dirty="0"/>
              <a:t>[Address details 3] </a:t>
            </a:r>
          </a:p>
          <a:p>
            <a:r>
              <a:rPr lang="en-US" dirty="0"/>
              <a:t>[Address details 4]</a:t>
            </a:r>
          </a:p>
          <a:p>
            <a:endParaRPr lang="en-US" dirty="0"/>
          </a:p>
        </p:txBody>
      </p:sp>
      <p:sp>
        <p:nvSpPr>
          <p:cNvPr id="5" name="Title 4">
            <a:extLst>
              <a:ext uri="{FF2B5EF4-FFF2-40B4-BE49-F238E27FC236}">
                <a16:creationId xmlns:a16="http://schemas.microsoft.com/office/drawing/2014/main" id="{17973BA0-D557-4DF2-9021-CBB16A3C9041}"/>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32655749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0D260408-D13A-4B67-B71E-0B80435FC78D"/>
  <p:tag name="ISPRING_SCORM_RATE_SLIDES" val="1"/>
  <p:tag name="ISPRING_SCORM_RATE_QUIZZES" val="0"/>
  <p:tag name="ISPRING_SCORM_PASSING_SCORE" val="100.0000000000"/>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_RESOURCE_PATHS_HASH_2" val="d9fee9de11718536b3c065785a54cca1c97fc"/>
  <p:tag name="ISPRING_RESOURCE_PATHS_HASH_PRESENTER" val="d9595f5650e1be128cd68d5dfdeb3180f639adab"/>
</p:tagLst>
</file>

<file path=ppt/theme/theme1.xml><?xml version="1.0" encoding="utf-8"?>
<a:theme xmlns:a="http://schemas.openxmlformats.org/drawingml/2006/main" name="Beckhoff Slide Master">
  <a:themeElements>
    <a:clrScheme name="Test_Beckhoff_2020_v2">
      <a:dk1>
        <a:srgbClr val="000000"/>
      </a:dk1>
      <a:lt1>
        <a:sysClr val="window" lastClr="FFFFFF"/>
      </a:lt1>
      <a:dk2>
        <a:srgbClr val="627186"/>
      </a:dk2>
      <a:lt2>
        <a:srgbClr val="E5E8EC"/>
      </a:lt2>
      <a:accent1>
        <a:srgbClr val="B3BCC8"/>
      </a:accent1>
      <a:accent2>
        <a:srgbClr val="2D76AD"/>
      </a:accent2>
      <a:accent3>
        <a:srgbClr val="414D5C"/>
      </a:accent3>
      <a:accent4>
        <a:srgbClr val="EF0000"/>
      </a:accent4>
      <a:accent5>
        <a:srgbClr val="B5D4EC"/>
      </a:accent5>
      <a:accent6>
        <a:srgbClr val="770000"/>
      </a:accent6>
      <a:hlink>
        <a:srgbClr val="2D76AD"/>
      </a:hlink>
      <a:folHlink>
        <a:srgbClr val="2D76AD"/>
      </a:folHlink>
    </a:clrScheme>
    <a:fontScheme name="Beckhoff">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6350">
          <a:noFill/>
          <a:miter lim="800000"/>
        </a:ln>
      </a:spPr>
      <a:bodyPr lIns="90000" rIns="90000" rtlCol="0" anchor="t"/>
      <a:lstStyle>
        <a:def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1800" kern="1200" baseline="0" dirty="0" smtClean="0">
            <a:solidFill>
              <a:schemeClr val="tx1"/>
            </a:solidFill>
            <a:latin typeface="+mj-lt"/>
            <a:ea typeface="+mn-ea"/>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Beckhoff_Slide_Master_2021.pptx" id="{388891B6-BC17-4586-9D45-0D774BD2454C}" vid="{9424E5BB-9BB7-49A9-9DB9-210F857B6250}"/>
    </a:ext>
  </a:extLst>
</a:theme>
</file>

<file path=ppt/theme/theme2.xml><?xml version="1.0" encoding="utf-8"?>
<a:theme xmlns:a="http://schemas.openxmlformats.org/drawingml/2006/main" name="Larissa">
  <a:themeElements>
    <a:clrScheme name="Beckhoff">
      <a:dk1>
        <a:srgbClr val="000000"/>
      </a:dk1>
      <a:lt1>
        <a:sysClr val="window" lastClr="FFFFFF"/>
      </a:lt1>
      <a:dk2>
        <a:srgbClr val="CCD2DA"/>
      </a:dk2>
      <a:lt2>
        <a:srgbClr val="9AA6B6"/>
      </a:lt2>
      <a:accent1>
        <a:srgbClr val="8190A4"/>
      </a:accent1>
      <a:accent2>
        <a:srgbClr val="2D76AD"/>
      </a:accent2>
      <a:accent3>
        <a:srgbClr val="4B5669"/>
      </a:accent3>
      <a:accent4>
        <a:srgbClr val="CCD2DA"/>
      </a:accent4>
      <a:accent5>
        <a:srgbClr val="000000"/>
      </a:accent5>
      <a:accent6>
        <a:srgbClr val="B5D4EC"/>
      </a:accent6>
      <a:hlink>
        <a:srgbClr val="2D76AD"/>
      </a:hlink>
      <a:folHlink>
        <a:srgbClr val="2D76A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1</TotalTime>
  <Words>133</Words>
  <Application>Microsoft Office PowerPoint</Application>
  <PresentationFormat>Widescreen</PresentationFormat>
  <Paragraphs>29</Paragraphs>
  <Slides>6</Slides>
  <Notes>0</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Symbol</vt:lpstr>
      <vt:lpstr>Wingdings</vt:lpstr>
      <vt:lpstr>Beckhoff Slide Master</vt:lpstr>
      <vt:lpstr>Video Playback FB Layout</vt:lpstr>
      <vt:lpstr>Make video from images</vt:lpstr>
      <vt:lpstr>Watch for JSON attribute in alarm, Make video from images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 Playback FB Layout</dc:title>
  <dc:creator>Daymon Thompson</dc:creator>
  <cp:keywords/>
  <cp:lastModifiedBy>Daymon Thompson</cp:lastModifiedBy>
  <cp:revision>1</cp:revision>
  <cp:lastPrinted>2016-06-28T12:26:43Z</cp:lastPrinted>
  <dcterms:created xsi:type="dcterms:W3CDTF">2022-03-14T19:12:44Z</dcterms:created>
  <dcterms:modified xsi:type="dcterms:W3CDTF">2022-03-14T19:13:59Z</dcterms:modified>
</cp:coreProperties>
</file>
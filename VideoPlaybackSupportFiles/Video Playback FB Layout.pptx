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1"/>
  </p:sldMasterIdLst>
  <p:notesMasterIdLst>
    <p:notesMasterId r:id="rId8"/>
  </p:notesMasterIdLst>
  <p:handoutMasterIdLst>
    <p:handoutMasterId r:id="rId9"/>
  </p:handoutMasterIdLst>
  <p:sldIdLst>
    <p:sldId id="522" r:id="rId2"/>
    <p:sldId id="5698" r:id="rId3"/>
    <p:sldId id="5699" r:id="rId4"/>
    <p:sldId id="525" r:id="rId5"/>
    <p:sldId id="526" r:id="rId6"/>
    <p:sldId id="527" r:id="rId7"/>
  </p:sldIdLst>
  <p:sldSz cx="12192000" cy="6858000"/>
  <p:notesSz cx="6797675" cy="9926638"/>
  <p:custDataLst>
    <p:tags r:id="rId10"/>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1D7DA"/>
    <a:srgbClr val="FF9900"/>
    <a:srgbClr val="EF0000"/>
    <a:srgbClr val="9DAFCC"/>
    <a:srgbClr val="ED53D7"/>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6005" autoAdjust="0"/>
  </p:normalViewPr>
  <p:slideViewPr>
    <p:cSldViewPr snapToObjects="1" showGuides="1">
      <p:cViewPr varScale="1">
        <p:scale>
          <a:sx n="83" d="100"/>
          <a:sy n="83" d="100"/>
        </p:scale>
        <p:origin x="643" y="77"/>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tags" Target="tags/tag1.xml"/><Relationship Id="rId4" Type="http://schemas.openxmlformats.org/officeDocument/2006/relationships/slide" Target="slides/slide3.xml"/><Relationship Id="rId9" Type="http://schemas.openxmlformats.org/officeDocument/2006/relationships/handoutMaster" Target="handoutMasters/handout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11.04.2022</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05.04.2022</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3" name="Title Picture"/>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90800"/>
            <a:ext cx="12202668" cy="5769864"/>
          </a:xfrm>
          <a:prstGeom prst="rect">
            <a:avLst/>
          </a:prstGeom>
          <a:ln w="6350">
            <a:solidFill>
              <a:schemeClr val="bg1">
                <a:lumMod val="95000"/>
              </a:schemeClr>
            </a:solidFill>
            <a:miter lim="800000"/>
          </a:ln>
        </p:spPr>
      </p:pic>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9" name="Title Picture"/>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90800"/>
            <a:ext cx="12202668" cy="5769864"/>
          </a:xfrm>
          <a:prstGeom prst="rect">
            <a:avLst/>
          </a:prstGeom>
          <a:ln w="6350">
            <a:solidFill>
              <a:schemeClr val="bg1">
                <a:lumMod val="95000"/>
              </a:schemeClr>
            </a:solidFill>
            <a:miter lim="800000"/>
          </a:ln>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pic>
        <p:nvPicPr>
          <p:cNvPr id="2" name="Title Picture Version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98400" y="0"/>
            <a:ext cx="6094476" cy="6857999"/>
          </a:xfrm>
          <a:prstGeom prst="rect">
            <a:avLst/>
          </a:prstGeom>
          <a:ln w="6350">
            <a:solidFill>
              <a:schemeClr val="bg1">
                <a:lumMod val="95000"/>
              </a:schemeClr>
            </a:solidFill>
            <a:miter lim="800000"/>
          </a:ln>
        </p:spPr>
      </p:pic>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pic>
        <p:nvPicPr>
          <p:cNvPr id="2" name="Title Picture version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3760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TwinCAT</a:t>
            </a:r>
            <a:r>
              <a:rPr lang="de-DE" sz="1200" b="0" i="0" dirty="0">
                <a:solidFill>
                  <a:srgbClr val="111111"/>
                </a:solidFill>
                <a:effectLst/>
                <a:latin typeface="+mj-lt"/>
              </a:rPr>
              <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info@beckhoff.de</a:t>
            </a:r>
          </a:p>
          <a:p>
            <a:pPr>
              <a:buFont typeface="Wingdings" panose="05000000000000000000" pitchFamily="2" charset="2"/>
              <a:buNone/>
            </a:pPr>
            <a:r>
              <a:rPr lang="de-DE" altLang="de-DE" sz="1600" noProof="0" dirty="0"/>
              <a:t>Web:	www.beckhoff.de</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0">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26" r:id="rId26"/>
    <p:sldLayoutId id="2147483827" r:id="rId27"/>
    <p:sldLayoutId id="2147483830" r:id="rId28"/>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4E1CCD-ECD7-4A46-AB61-C5F02F70D912}"/>
              </a:ext>
            </a:extLst>
          </p:cNvPr>
          <p:cNvSpPr>
            <a:spLocks noGrp="1"/>
          </p:cNvSpPr>
          <p:nvPr>
            <p:ph type="title"/>
          </p:nvPr>
        </p:nvSpPr>
        <p:spPr/>
        <p:txBody>
          <a:bodyPr/>
          <a:lstStyle/>
          <a:p>
            <a:r>
              <a:rPr lang="en-US" dirty="0"/>
              <a:t>Video Playback FB Layout</a:t>
            </a:r>
          </a:p>
        </p:txBody>
      </p:sp>
    </p:spTree>
    <p:extLst>
      <p:ext uri="{BB962C8B-B14F-4D97-AF65-F5344CB8AC3E}">
        <p14:creationId xmlns:p14="http://schemas.microsoft.com/office/powerpoint/2010/main" val="42895249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98BE4-55F7-4B35-A5A0-1CE5A732638B}"/>
              </a:ext>
            </a:extLst>
          </p:cNvPr>
          <p:cNvSpPr>
            <a:spLocks noGrp="1"/>
          </p:cNvSpPr>
          <p:nvPr>
            <p:ph type="title"/>
          </p:nvPr>
        </p:nvSpPr>
        <p:spPr/>
        <p:txBody>
          <a:bodyPr/>
          <a:lstStyle/>
          <a:p>
            <a:r>
              <a:rPr lang="en-US" dirty="0"/>
              <a:t>Make video from images</a:t>
            </a:r>
          </a:p>
        </p:txBody>
      </p:sp>
      <p:sp>
        <p:nvSpPr>
          <p:cNvPr id="3" name="Rectangle 2">
            <a:extLst>
              <a:ext uri="{FF2B5EF4-FFF2-40B4-BE49-F238E27FC236}">
                <a16:creationId xmlns:a16="http://schemas.microsoft.com/office/drawing/2014/main" id="{759ED9D5-6988-44D2-A876-8EB0A68D323C}"/>
              </a:ext>
            </a:extLst>
          </p:cNvPr>
          <p:cNvSpPr/>
          <p:nvPr/>
        </p:nvSpPr>
        <p:spPr>
          <a:xfrm>
            <a:off x="3216728" y="1779814"/>
            <a:ext cx="4620986" cy="4310743"/>
          </a:xfrm>
          <a:prstGeom prst="rect">
            <a:avLst/>
          </a:prstGeom>
          <a:solidFill>
            <a:schemeClr val="bg2"/>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234000" rIns="234000" rtlCol="0" anchor="ctr"/>
          <a:lstStyle/>
          <a:p>
            <a:pPr marL="0" indent="0" algn="ctr">
              <a:buFont typeface="Wingdings" panose="05000000000000000000" pitchFamily="2" charset="2"/>
              <a:buNone/>
            </a:pPr>
            <a:endParaRPr lang="en-US" sz="2200" dirty="0">
              <a:solidFill>
                <a:schemeClr val="bg1"/>
              </a:solidFill>
              <a:latin typeface="Arial" pitchFamily="34" charset="0"/>
              <a:cs typeface="Arial" pitchFamily="34" charset="0"/>
            </a:endParaRPr>
          </a:p>
        </p:txBody>
      </p:sp>
      <p:cxnSp>
        <p:nvCxnSpPr>
          <p:cNvPr id="5" name="Straight Connector 4">
            <a:extLst>
              <a:ext uri="{FF2B5EF4-FFF2-40B4-BE49-F238E27FC236}">
                <a16:creationId xmlns:a16="http://schemas.microsoft.com/office/drawing/2014/main" id="{2797DF28-83FA-4523-9D90-F4D3A78BCEE6}"/>
              </a:ext>
            </a:extLst>
          </p:cNvPr>
          <p:cNvCxnSpPr/>
          <p:nvPr/>
        </p:nvCxnSpPr>
        <p:spPr>
          <a:xfrm>
            <a:off x="1379764" y="2400300"/>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B1A6BB4-B845-410E-BCEF-4AE1A180D507}"/>
              </a:ext>
            </a:extLst>
          </p:cNvPr>
          <p:cNvSpPr txBox="1"/>
          <p:nvPr/>
        </p:nvSpPr>
        <p:spPr>
          <a:xfrm>
            <a:off x="1106260" y="2030968"/>
            <a:ext cx="2383971" cy="369332"/>
          </a:xfrm>
          <a:prstGeom prst="rect">
            <a:avLst/>
          </a:prstGeom>
          <a:noFill/>
        </p:spPr>
        <p:txBody>
          <a:bodyPr wrap="square" rtlCol="0">
            <a:spAutoFit/>
          </a:bodyPr>
          <a:lstStyle/>
          <a:p>
            <a:r>
              <a:rPr lang="en-US" dirty="0"/>
              <a:t>Image Export Path</a:t>
            </a:r>
          </a:p>
        </p:txBody>
      </p:sp>
      <p:sp>
        <p:nvSpPr>
          <p:cNvPr id="7" name="Rectangle 6">
            <a:extLst>
              <a:ext uri="{FF2B5EF4-FFF2-40B4-BE49-F238E27FC236}">
                <a16:creationId xmlns:a16="http://schemas.microsoft.com/office/drawing/2014/main" id="{08014772-1EBD-4543-B514-ADB7C778ADBF}"/>
              </a:ext>
            </a:extLst>
          </p:cNvPr>
          <p:cNvSpPr/>
          <p:nvPr/>
        </p:nvSpPr>
        <p:spPr>
          <a:xfrm>
            <a:off x="4235221" y="2095109"/>
            <a:ext cx="2183947" cy="1149225"/>
          </a:xfrm>
          <a:prstGeom prst="rect">
            <a:avLst/>
          </a:prstGeom>
          <a:solidFill>
            <a:srgbClr val="FFC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234000" rIns="234000" rtlCol="0" anchor="ctr"/>
          <a:lstStyle/>
          <a:p>
            <a:pPr marL="0" indent="0" algn="ctr">
              <a:buFont typeface="Wingdings" panose="05000000000000000000" pitchFamily="2" charset="2"/>
              <a:buNone/>
            </a:pPr>
            <a:r>
              <a:rPr lang="en-US" sz="2200" dirty="0">
                <a:solidFill>
                  <a:schemeClr val="bg1"/>
                </a:solidFill>
                <a:latin typeface="Arial" pitchFamily="34" charset="0"/>
                <a:cs typeface="Arial" pitchFamily="34" charset="0"/>
              </a:rPr>
              <a:t>Call Batch / Exe / ADS call</a:t>
            </a:r>
          </a:p>
        </p:txBody>
      </p:sp>
      <p:cxnSp>
        <p:nvCxnSpPr>
          <p:cNvPr id="8" name="Straight Connector 7">
            <a:extLst>
              <a:ext uri="{FF2B5EF4-FFF2-40B4-BE49-F238E27FC236}">
                <a16:creationId xmlns:a16="http://schemas.microsoft.com/office/drawing/2014/main" id="{7B063179-E4DF-4737-9BCB-E1016F903B61}"/>
              </a:ext>
            </a:extLst>
          </p:cNvPr>
          <p:cNvCxnSpPr/>
          <p:nvPr/>
        </p:nvCxnSpPr>
        <p:spPr>
          <a:xfrm>
            <a:off x="1379764" y="2875706"/>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08F2AAC-DF16-42E4-9F92-3EBA352CB252}"/>
              </a:ext>
            </a:extLst>
          </p:cNvPr>
          <p:cNvSpPr txBox="1"/>
          <p:nvPr/>
        </p:nvSpPr>
        <p:spPr>
          <a:xfrm>
            <a:off x="1106260" y="2506374"/>
            <a:ext cx="2383971" cy="369332"/>
          </a:xfrm>
          <a:prstGeom prst="rect">
            <a:avLst/>
          </a:prstGeom>
          <a:noFill/>
        </p:spPr>
        <p:txBody>
          <a:bodyPr wrap="square" rtlCol="0">
            <a:spAutoFit/>
          </a:bodyPr>
          <a:lstStyle/>
          <a:p>
            <a:r>
              <a:rPr lang="en-US" dirty="0"/>
              <a:t>Video File output</a:t>
            </a:r>
          </a:p>
        </p:txBody>
      </p:sp>
      <p:cxnSp>
        <p:nvCxnSpPr>
          <p:cNvPr id="10" name="Straight Connector 9">
            <a:extLst>
              <a:ext uri="{FF2B5EF4-FFF2-40B4-BE49-F238E27FC236}">
                <a16:creationId xmlns:a16="http://schemas.microsoft.com/office/drawing/2014/main" id="{8FAC6D37-D514-4207-B202-960558F674C1}"/>
              </a:ext>
            </a:extLst>
          </p:cNvPr>
          <p:cNvCxnSpPr/>
          <p:nvPr/>
        </p:nvCxnSpPr>
        <p:spPr>
          <a:xfrm>
            <a:off x="1379764" y="1924893"/>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03DA2F3-07F7-44B8-A5B2-443EBA4288F2}"/>
              </a:ext>
            </a:extLst>
          </p:cNvPr>
          <p:cNvSpPr txBox="1"/>
          <p:nvPr/>
        </p:nvSpPr>
        <p:spPr>
          <a:xfrm>
            <a:off x="1106260" y="1555561"/>
            <a:ext cx="2383971" cy="369332"/>
          </a:xfrm>
          <a:prstGeom prst="rect">
            <a:avLst/>
          </a:prstGeom>
          <a:noFill/>
        </p:spPr>
        <p:txBody>
          <a:bodyPr wrap="square" rtlCol="0">
            <a:spAutoFit/>
          </a:bodyPr>
          <a:lstStyle/>
          <a:p>
            <a:r>
              <a:rPr lang="en-US" dirty="0" err="1"/>
              <a:t>bStart</a:t>
            </a:r>
            <a:endParaRPr lang="en-US" dirty="0"/>
          </a:p>
        </p:txBody>
      </p:sp>
      <p:cxnSp>
        <p:nvCxnSpPr>
          <p:cNvPr id="12" name="Straight Connector 11">
            <a:extLst>
              <a:ext uri="{FF2B5EF4-FFF2-40B4-BE49-F238E27FC236}">
                <a16:creationId xmlns:a16="http://schemas.microsoft.com/office/drawing/2014/main" id="{F8020F64-CF02-421A-A4A6-F96141C8F42D}"/>
              </a:ext>
            </a:extLst>
          </p:cNvPr>
          <p:cNvCxnSpPr/>
          <p:nvPr/>
        </p:nvCxnSpPr>
        <p:spPr>
          <a:xfrm>
            <a:off x="7837714" y="2394075"/>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7023282-E23F-4488-B97C-085261B0893B}"/>
              </a:ext>
            </a:extLst>
          </p:cNvPr>
          <p:cNvSpPr txBox="1"/>
          <p:nvPr/>
        </p:nvSpPr>
        <p:spPr>
          <a:xfrm>
            <a:off x="8856207" y="2024743"/>
            <a:ext cx="981757" cy="369332"/>
          </a:xfrm>
          <a:prstGeom prst="rect">
            <a:avLst/>
          </a:prstGeom>
          <a:noFill/>
        </p:spPr>
        <p:txBody>
          <a:bodyPr wrap="square" rtlCol="0">
            <a:spAutoFit/>
          </a:bodyPr>
          <a:lstStyle/>
          <a:p>
            <a:r>
              <a:rPr lang="en-US" dirty="0" err="1"/>
              <a:t>bBusy</a:t>
            </a:r>
            <a:endParaRPr lang="en-US" dirty="0"/>
          </a:p>
        </p:txBody>
      </p:sp>
      <p:cxnSp>
        <p:nvCxnSpPr>
          <p:cNvPr id="14" name="Straight Connector 13">
            <a:extLst>
              <a:ext uri="{FF2B5EF4-FFF2-40B4-BE49-F238E27FC236}">
                <a16:creationId xmlns:a16="http://schemas.microsoft.com/office/drawing/2014/main" id="{FDEB6006-C352-4FA8-A4F4-DEF7D47E5A9C}"/>
              </a:ext>
            </a:extLst>
          </p:cNvPr>
          <p:cNvCxnSpPr/>
          <p:nvPr/>
        </p:nvCxnSpPr>
        <p:spPr>
          <a:xfrm>
            <a:off x="7837714" y="3112277"/>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25138D4-AD74-4589-8E5E-0436B2BD1BCD}"/>
              </a:ext>
            </a:extLst>
          </p:cNvPr>
          <p:cNvSpPr txBox="1"/>
          <p:nvPr/>
        </p:nvSpPr>
        <p:spPr>
          <a:xfrm>
            <a:off x="8856207" y="2742945"/>
            <a:ext cx="981757" cy="369332"/>
          </a:xfrm>
          <a:prstGeom prst="rect">
            <a:avLst/>
          </a:prstGeom>
          <a:noFill/>
        </p:spPr>
        <p:txBody>
          <a:bodyPr wrap="square" rtlCol="0">
            <a:spAutoFit/>
          </a:bodyPr>
          <a:lstStyle/>
          <a:p>
            <a:r>
              <a:rPr lang="en-US" dirty="0" err="1"/>
              <a:t>bErrror</a:t>
            </a:r>
            <a:endParaRPr lang="en-US" dirty="0"/>
          </a:p>
        </p:txBody>
      </p:sp>
      <p:cxnSp>
        <p:nvCxnSpPr>
          <p:cNvPr id="16" name="Straight Connector 15">
            <a:extLst>
              <a:ext uri="{FF2B5EF4-FFF2-40B4-BE49-F238E27FC236}">
                <a16:creationId xmlns:a16="http://schemas.microsoft.com/office/drawing/2014/main" id="{1CFA2612-D2E5-477D-8EC4-E49A7306F5B4}"/>
              </a:ext>
            </a:extLst>
          </p:cNvPr>
          <p:cNvCxnSpPr/>
          <p:nvPr/>
        </p:nvCxnSpPr>
        <p:spPr>
          <a:xfrm>
            <a:off x="7823425" y="3645794"/>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F41F41B-00D6-4670-9AD8-01F5DEFB8D7E}"/>
              </a:ext>
            </a:extLst>
          </p:cNvPr>
          <p:cNvSpPr txBox="1"/>
          <p:nvPr/>
        </p:nvSpPr>
        <p:spPr>
          <a:xfrm>
            <a:off x="8841918" y="3276462"/>
            <a:ext cx="981757" cy="369332"/>
          </a:xfrm>
          <a:prstGeom prst="rect">
            <a:avLst/>
          </a:prstGeom>
          <a:noFill/>
        </p:spPr>
        <p:txBody>
          <a:bodyPr wrap="square" rtlCol="0">
            <a:spAutoFit/>
          </a:bodyPr>
          <a:lstStyle/>
          <a:p>
            <a:r>
              <a:rPr lang="en-US" dirty="0" err="1"/>
              <a:t>nErrID</a:t>
            </a:r>
            <a:endParaRPr lang="en-US" dirty="0"/>
          </a:p>
        </p:txBody>
      </p:sp>
    </p:spTree>
    <p:extLst>
      <p:ext uri="{BB962C8B-B14F-4D97-AF65-F5344CB8AC3E}">
        <p14:creationId xmlns:p14="http://schemas.microsoft.com/office/powerpoint/2010/main" val="41818286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98BE4-55F7-4B35-A5A0-1CE5A732638B}"/>
              </a:ext>
            </a:extLst>
          </p:cNvPr>
          <p:cNvSpPr>
            <a:spLocks noGrp="1"/>
          </p:cNvSpPr>
          <p:nvPr>
            <p:ph type="title"/>
          </p:nvPr>
        </p:nvSpPr>
        <p:spPr/>
        <p:txBody>
          <a:bodyPr/>
          <a:lstStyle/>
          <a:p>
            <a:r>
              <a:rPr lang="en-US" dirty="0"/>
              <a:t>Watch for JSON attribute in alarm, Make video from images</a:t>
            </a:r>
          </a:p>
        </p:txBody>
      </p:sp>
      <p:sp>
        <p:nvSpPr>
          <p:cNvPr id="3" name="Rectangle 2">
            <a:extLst>
              <a:ext uri="{FF2B5EF4-FFF2-40B4-BE49-F238E27FC236}">
                <a16:creationId xmlns:a16="http://schemas.microsoft.com/office/drawing/2014/main" id="{759ED9D5-6988-44D2-A876-8EB0A68D323C}"/>
              </a:ext>
            </a:extLst>
          </p:cNvPr>
          <p:cNvSpPr/>
          <p:nvPr/>
        </p:nvSpPr>
        <p:spPr>
          <a:xfrm>
            <a:off x="3216728" y="1804308"/>
            <a:ext cx="4620986" cy="4087214"/>
          </a:xfrm>
          <a:prstGeom prst="rect">
            <a:avLst/>
          </a:prstGeom>
          <a:solidFill>
            <a:schemeClr val="bg2"/>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234000" rIns="234000" rtlCol="0" anchor="ctr"/>
          <a:lstStyle/>
          <a:p>
            <a:pPr marL="0" indent="0" algn="ctr">
              <a:buFont typeface="Wingdings" panose="05000000000000000000" pitchFamily="2" charset="2"/>
              <a:buNone/>
            </a:pPr>
            <a:endParaRPr lang="en-US" sz="2200" dirty="0">
              <a:solidFill>
                <a:schemeClr val="bg1"/>
              </a:solidFill>
              <a:latin typeface="Arial" pitchFamily="34" charset="0"/>
              <a:cs typeface="Arial" pitchFamily="34" charset="0"/>
            </a:endParaRPr>
          </a:p>
        </p:txBody>
      </p:sp>
      <p:cxnSp>
        <p:nvCxnSpPr>
          <p:cNvPr id="5" name="Straight Connector 4">
            <a:extLst>
              <a:ext uri="{FF2B5EF4-FFF2-40B4-BE49-F238E27FC236}">
                <a16:creationId xmlns:a16="http://schemas.microsoft.com/office/drawing/2014/main" id="{2797DF28-83FA-4523-9D90-F4D3A78BCEE6}"/>
              </a:ext>
            </a:extLst>
          </p:cNvPr>
          <p:cNvCxnSpPr/>
          <p:nvPr/>
        </p:nvCxnSpPr>
        <p:spPr>
          <a:xfrm>
            <a:off x="1379764" y="2424793"/>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B1A6BB4-B845-410E-BCEF-4AE1A180D507}"/>
              </a:ext>
            </a:extLst>
          </p:cNvPr>
          <p:cNvSpPr txBox="1"/>
          <p:nvPr/>
        </p:nvSpPr>
        <p:spPr>
          <a:xfrm>
            <a:off x="1007609" y="2073673"/>
            <a:ext cx="2383971" cy="369332"/>
          </a:xfrm>
          <a:prstGeom prst="rect">
            <a:avLst/>
          </a:prstGeom>
          <a:noFill/>
        </p:spPr>
        <p:txBody>
          <a:bodyPr wrap="square" rtlCol="0">
            <a:spAutoFit/>
          </a:bodyPr>
          <a:lstStyle/>
          <a:p>
            <a:r>
              <a:rPr lang="en-US" dirty="0"/>
              <a:t>Image Export Path</a:t>
            </a:r>
          </a:p>
        </p:txBody>
      </p:sp>
      <p:sp>
        <p:nvSpPr>
          <p:cNvPr id="7" name="Rectangle 6">
            <a:extLst>
              <a:ext uri="{FF2B5EF4-FFF2-40B4-BE49-F238E27FC236}">
                <a16:creationId xmlns:a16="http://schemas.microsoft.com/office/drawing/2014/main" id="{08014772-1EBD-4543-B514-ADB7C778ADBF}"/>
              </a:ext>
            </a:extLst>
          </p:cNvPr>
          <p:cNvSpPr/>
          <p:nvPr/>
        </p:nvSpPr>
        <p:spPr>
          <a:xfrm>
            <a:off x="3899975" y="3982817"/>
            <a:ext cx="3254489" cy="1149225"/>
          </a:xfrm>
          <a:prstGeom prst="rect">
            <a:avLst/>
          </a:prstGeom>
          <a:solidFill>
            <a:srgbClr val="FFC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234000" rIns="234000" rtlCol="0" anchor="ctr"/>
          <a:lstStyle/>
          <a:p>
            <a:pPr marL="0" indent="0" algn="ctr">
              <a:buFont typeface="Wingdings" panose="05000000000000000000" pitchFamily="2" charset="2"/>
              <a:buNone/>
            </a:pPr>
            <a:r>
              <a:rPr lang="en-US" sz="2200" dirty="0">
                <a:solidFill>
                  <a:schemeClr val="bg1"/>
                </a:solidFill>
                <a:latin typeface="Arial" pitchFamily="34" charset="0"/>
                <a:cs typeface="Arial" pitchFamily="34" charset="0"/>
              </a:rPr>
              <a:t>Call ‘Create Video’</a:t>
            </a:r>
          </a:p>
        </p:txBody>
      </p:sp>
      <p:cxnSp>
        <p:nvCxnSpPr>
          <p:cNvPr id="8" name="Straight Connector 7">
            <a:extLst>
              <a:ext uri="{FF2B5EF4-FFF2-40B4-BE49-F238E27FC236}">
                <a16:creationId xmlns:a16="http://schemas.microsoft.com/office/drawing/2014/main" id="{7B063179-E4DF-4737-9BCB-E1016F903B61}"/>
              </a:ext>
            </a:extLst>
          </p:cNvPr>
          <p:cNvCxnSpPr/>
          <p:nvPr/>
        </p:nvCxnSpPr>
        <p:spPr>
          <a:xfrm>
            <a:off x="1379764" y="2900199"/>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08F2AAC-DF16-42E4-9F92-3EBA352CB252}"/>
              </a:ext>
            </a:extLst>
          </p:cNvPr>
          <p:cNvSpPr txBox="1"/>
          <p:nvPr/>
        </p:nvSpPr>
        <p:spPr>
          <a:xfrm>
            <a:off x="1146061" y="2556263"/>
            <a:ext cx="2383971" cy="369332"/>
          </a:xfrm>
          <a:prstGeom prst="rect">
            <a:avLst/>
          </a:prstGeom>
          <a:noFill/>
        </p:spPr>
        <p:txBody>
          <a:bodyPr wrap="square" rtlCol="0">
            <a:spAutoFit/>
          </a:bodyPr>
          <a:lstStyle/>
          <a:p>
            <a:r>
              <a:rPr lang="en-US" dirty="0"/>
              <a:t>Video File output</a:t>
            </a:r>
          </a:p>
        </p:txBody>
      </p:sp>
      <p:cxnSp>
        <p:nvCxnSpPr>
          <p:cNvPr id="12" name="Straight Connector 11">
            <a:extLst>
              <a:ext uri="{FF2B5EF4-FFF2-40B4-BE49-F238E27FC236}">
                <a16:creationId xmlns:a16="http://schemas.microsoft.com/office/drawing/2014/main" id="{F8020F64-CF02-421A-A4A6-F96141C8F42D}"/>
              </a:ext>
            </a:extLst>
          </p:cNvPr>
          <p:cNvCxnSpPr/>
          <p:nvPr/>
        </p:nvCxnSpPr>
        <p:spPr>
          <a:xfrm>
            <a:off x="7837714" y="2418568"/>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7023282-E23F-4488-B97C-085261B0893B}"/>
              </a:ext>
            </a:extLst>
          </p:cNvPr>
          <p:cNvSpPr txBox="1"/>
          <p:nvPr/>
        </p:nvSpPr>
        <p:spPr>
          <a:xfrm>
            <a:off x="8856207" y="2049236"/>
            <a:ext cx="981757" cy="369332"/>
          </a:xfrm>
          <a:prstGeom prst="rect">
            <a:avLst/>
          </a:prstGeom>
          <a:noFill/>
        </p:spPr>
        <p:txBody>
          <a:bodyPr wrap="square" rtlCol="0">
            <a:spAutoFit/>
          </a:bodyPr>
          <a:lstStyle/>
          <a:p>
            <a:r>
              <a:rPr lang="en-US" dirty="0" err="1"/>
              <a:t>bBusy</a:t>
            </a:r>
            <a:endParaRPr lang="en-US" dirty="0"/>
          </a:p>
        </p:txBody>
      </p:sp>
      <p:cxnSp>
        <p:nvCxnSpPr>
          <p:cNvPr id="14" name="Straight Connector 13">
            <a:extLst>
              <a:ext uri="{FF2B5EF4-FFF2-40B4-BE49-F238E27FC236}">
                <a16:creationId xmlns:a16="http://schemas.microsoft.com/office/drawing/2014/main" id="{FDEB6006-C352-4FA8-A4F4-DEF7D47E5A9C}"/>
              </a:ext>
            </a:extLst>
          </p:cNvPr>
          <p:cNvCxnSpPr/>
          <p:nvPr/>
        </p:nvCxnSpPr>
        <p:spPr>
          <a:xfrm>
            <a:off x="7837714" y="3136770"/>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25138D4-AD74-4589-8E5E-0436B2BD1BCD}"/>
              </a:ext>
            </a:extLst>
          </p:cNvPr>
          <p:cNvSpPr txBox="1"/>
          <p:nvPr/>
        </p:nvSpPr>
        <p:spPr>
          <a:xfrm>
            <a:off x="8856207" y="2767438"/>
            <a:ext cx="981757" cy="369332"/>
          </a:xfrm>
          <a:prstGeom prst="rect">
            <a:avLst/>
          </a:prstGeom>
          <a:noFill/>
        </p:spPr>
        <p:txBody>
          <a:bodyPr wrap="square" rtlCol="0">
            <a:spAutoFit/>
          </a:bodyPr>
          <a:lstStyle/>
          <a:p>
            <a:r>
              <a:rPr lang="en-US" dirty="0" err="1"/>
              <a:t>bErrror</a:t>
            </a:r>
            <a:endParaRPr lang="en-US" dirty="0"/>
          </a:p>
        </p:txBody>
      </p:sp>
      <p:cxnSp>
        <p:nvCxnSpPr>
          <p:cNvPr id="16" name="Straight Connector 15">
            <a:extLst>
              <a:ext uri="{FF2B5EF4-FFF2-40B4-BE49-F238E27FC236}">
                <a16:creationId xmlns:a16="http://schemas.microsoft.com/office/drawing/2014/main" id="{1CFA2612-D2E5-477D-8EC4-E49A7306F5B4}"/>
              </a:ext>
            </a:extLst>
          </p:cNvPr>
          <p:cNvCxnSpPr/>
          <p:nvPr/>
        </p:nvCxnSpPr>
        <p:spPr>
          <a:xfrm>
            <a:off x="7823425" y="3670287"/>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F41F41B-00D6-4670-9AD8-01F5DEFB8D7E}"/>
              </a:ext>
            </a:extLst>
          </p:cNvPr>
          <p:cNvSpPr txBox="1"/>
          <p:nvPr/>
        </p:nvSpPr>
        <p:spPr>
          <a:xfrm>
            <a:off x="8841918" y="3300955"/>
            <a:ext cx="981757" cy="369332"/>
          </a:xfrm>
          <a:prstGeom prst="rect">
            <a:avLst/>
          </a:prstGeom>
          <a:noFill/>
        </p:spPr>
        <p:txBody>
          <a:bodyPr wrap="square" rtlCol="0">
            <a:spAutoFit/>
          </a:bodyPr>
          <a:lstStyle/>
          <a:p>
            <a:r>
              <a:rPr lang="en-US" dirty="0" err="1"/>
              <a:t>nErrID</a:t>
            </a:r>
            <a:endParaRPr lang="en-US" dirty="0"/>
          </a:p>
        </p:txBody>
      </p:sp>
      <p:sp>
        <p:nvSpPr>
          <p:cNvPr id="18" name="Rectangle 17">
            <a:extLst>
              <a:ext uri="{FF2B5EF4-FFF2-40B4-BE49-F238E27FC236}">
                <a16:creationId xmlns:a16="http://schemas.microsoft.com/office/drawing/2014/main" id="{EFEB4FD0-9EF8-457B-B609-87FB525E0BB8}"/>
              </a:ext>
            </a:extLst>
          </p:cNvPr>
          <p:cNvSpPr/>
          <p:nvPr/>
        </p:nvSpPr>
        <p:spPr>
          <a:xfrm>
            <a:off x="3864766" y="2233901"/>
            <a:ext cx="3324909" cy="1149225"/>
          </a:xfrm>
          <a:prstGeom prst="rect">
            <a:avLst/>
          </a:prstGeom>
          <a:solidFill>
            <a:srgbClr val="0070C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234000" rIns="234000" rtlCol="0" anchor="ctr"/>
          <a:lstStyle/>
          <a:p>
            <a:pPr marL="0" indent="0" algn="ctr">
              <a:buFont typeface="Wingdings" panose="05000000000000000000" pitchFamily="2" charset="2"/>
              <a:buNone/>
            </a:pPr>
            <a:r>
              <a:rPr lang="en-US" sz="1600" dirty="0" err="1">
                <a:solidFill>
                  <a:schemeClr val="bg1"/>
                </a:solidFill>
                <a:latin typeface="Arial" pitchFamily="34" charset="0"/>
                <a:cs typeface="Arial" pitchFamily="34" charset="0"/>
              </a:rPr>
              <a:t>FB_EventListener</a:t>
            </a:r>
            <a:endParaRPr lang="en-US" sz="1600" dirty="0">
              <a:solidFill>
                <a:schemeClr val="bg1"/>
              </a:solidFill>
              <a:latin typeface="Arial" pitchFamily="34" charset="0"/>
              <a:cs typeface="Arial" pitchFamily="34" charset="0"/>
            </a:endParaRPr>
          </a:p>
          <a:p>
            <a:pPr marL="0" indent="0" algn="ctr">
              <a:buFont typeface="Wingdings" panose="05000000000000000000" pitchFamily="2" charset="2"/>
              <a:buNone/>
            </a:pPr>
            <a:r>
              <a:rPr lang="en-US" sz="1600" dirty="0">
                <a:solidFill>
                  <a:schemeClr val="bg1"/>
                </a:solidFill>
                <a:latin typeface="Arial" pitchFamily="34" charset="0"/>
                <a:cs typeface="Arial" pitchFamily="34" charset="0"/>
              </a:rPr>
              <a:t>If alarm, if JSON = to input, call Video</a:t>
            </a:r>
          </a:p>
        </p:txBody>
      </p:sp>
      <p:cxnSp>
        <p:nvCxnSpPr>
          <p:cNvPr id="19" name="Straight Arrow Connector 18">
            <a:extLst>
              <a:ext uri="{FF2B5EF4-FFF2-40B4-BE49-F238E27FC236}">
                <a16:creationId xmlns:a16="http://schemas.microsoft.com/office/drawing/2014/main" id="{B9D41940-3857-4644-B037-D7454B557C0E}"/>
              </a:ext>
            </a:extLst>
          </p:cNvPr>
          <p:cNvCxnSpPr>
            <a:cxnSpLocks/>
            <a:stCxn id="18" idx="2"/>
            <a:endCxn id="7" idx="0"/>
          </p:cNvCxnSpPr>
          <p:nvPr/>
        </p:nvCxnSpPr>
        <p:spPr>
          <a:xfrm flipH="1">
            <a:off x="5527220" y="3383126"/>
            <a:ext cx="1" cy="599691"/>
          </a:xfrm>
          <a:prstGeom prst="straightConnector1">
            <a:avLst/>
          </a:prstGeom>
          <a:ln w="6350">
            <a:solidFill>
              <a:schemeClr val="tx1"/>
            </a:solidFill>
            <a:miter lim="800000"/>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F6DF7C7-B17B-4BB8-A814-C8046E7E5C3D}"/>
              </a:ext>
            </a:extLst>
          </p:cNvPr>
          <p:cNvSpPr txBox="1"/>
          <p:nvPr/>
        </p:nvSpPr>
        <p:spPr>
          <a:xfrm>
            <a:off x="3265852" y="5362401"/>
            <a:ext cx="1802947" cy="369332"/>
          </a:xfrm>
          <a:prstGeom prst="rect">
            <a:avLst/>
          </a:prstGeom>
          <a:noFill/>
        </p:spPr>
        <p:txBody>
          <a:bodyPr wrap="square" rtlCol="0">
            <a:spAutoFit/>
          </a:bodyPr>
          <a:lstStyle/>
          <a:p>
            <a:r>
              <a:rPr lang="en-US" dirty="0" err="1"/>
              <a:t>TriggerScope</a:t>
            </a:r>
            <a:endParaRPr lang="en-US" dirty="0"/>
          </a:p>
        </p:txBody>
      </p:sp>
      <p:sp>
        <p:nvSpPr>
          <p:cNvPr id="26" name="TextBox 25">
            <a:extLst>
              <a:ext uri="{FF2B5EF4-FFF2-40B4-BE49-F238E27FC236}">
                <a16:creationId xmlns:a16="http://schemas.microsoft.com/office/drawing/2014/main" id="{73B69F6C-4177-4B68-86CB-C7E619D2ECC9}"/>
              </a:ext>
            </a:extLst>
          </p:cNvPr>
          <p:cNvSpPr txBox="1"/>
          <p:nvPr/>
        </p:nvSpPr>
        <p:spPr>
          <a:xfrm>
            <a:off x="3748767" y="6116830"/>
            <a:ext cx="3827691" cy="369332"/>
          </a:xfrm>
          <a:prstGeom prst="rect">
            <a:avLst/>
          </a:prstGeom>
          <a:noFill/>
        </p:spPr>
        <p:txBody>
          <a:bodyPr wrap="square" rtlCol="0">
            <a:spAutoFit/>
          </a:bodyPr>
          <a:lstStyle/>
          <a:p>
            <a:r>
              <a:rPr lang="en-US" dirty="0" err="1"/>
              <a:t>MyEventPlaybackFB.TriggerScope</a:t>
            </a:r>
            <a:endParaRPr lang="en-US" dirty="0"/>
          </a:p>
        </p:txBody>
      </p:sp>
      <p:sp>
        <p:nvSpPr>
          <p:cNvPr id="27" name="TextBox 26">
            <a:extLst>
              <a:ext uri="{FF2B5EF4-FFF2-40B4-BE49-F238E27FC236}">
                <a16:creationId xmlns:a16="http://schemas.microsoft.com/office/drawing/2014/main" id="{74456CE2-55DE-4F9C-92A7-18FCA1B2FFEA}"/>
              </a:ext>
            </a:extLst>
          </p:cNvPr>
          <p:cNvSpPr txBox="1"/>
          <p:nvPr/>
        </p:nvSpPr>
        <p:spPr>
          <a:xfrm>
            <a:off x="3748766" y="6400621"/>
            <a:ext cx="3827691" cy="369332"/>
          </a:xfrm>
          <a:prstGeom prst="rect">
            <a:avLst/>
          </a:prstGeom>
          <a:noFill/>
        </p:spPr>
        <p:txBody>
          <a:bodyPr wrap="square" rtlCol="0">
            <a:spAutoFit/>
          </a:bodyPr>
          <a:lstStyle/>
          <a:p>
            <a:r>
              <a:rPr lang="en-US" dirty="0" err="1"/>
              <a:t>OtherEventPlayback.TriggerScope</a:t>
            </a:r>
            <a:endParaRPr lang="en-US" dirty="0"/>
          </a:p>
        </p:txBody>
      </p:sp>
      <p:cxnSp>
        <p:nvCxnSpPr>
          <p:cNvPr id="29" name="Straight Connector 28">
            <a:extLst>
              <a:ext uri="{FF2B5EF4-FFF2-40B4-BE49-F238E27FC236}">
                <a16:creationId xmlns:a16="http://schemas.microsoft.com/office/drawing/2014/main" id="{5DF745A2-71B7-4944-A275-FE3BD75A807D}"/>
              </a:ext>
            </a:extLst>
          </p:cNvPr>
          <p:cNvCxnSpPr/>
          <p:nvPr/>
        </p:nvCxnSpPr>
        <p:spPr>
          <a:xfrm>
            <a:off x="1379763" y="3499228"/>
            <a:ext cx="1836964" cy="0"/>
          </a:xfrm>
          <a:prstGeom prst="line">
            <a:avLst/>
          </a:prstGeom>
          <a:ln w="63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47A71D9F-ABF8-46F0-B6C1-193DE3741E73}"/>
              </a:ext>
            </a:extLst>
          </p:cNvPr>
          <p:cNvSpPr txBox="1"/>
          <p:nvPr/>
        </p:nvSpPr>
        <p:spPr>
          <a:xfrm>
            <a:off x="1301439" y="3155954"/>
            <a:ext cx="1929577" cy="369332"/>
          </a:xfrm>
          <a:prstGeom prst="rect">
            <a:avLst/>
          </a:prstGeom>
          <a:noFill/>
        </p:spPr>
        <p:txBody>
          <a:bodyPr wrap="square" rtlCol="0">
            <a:spAutoFit/>
          </a:bodyPr>
          <a:lstStyle/>
          <a:p>
            <a:r>
              <a:rPr lang="en-US" dirty="0"/>
              <a:t>JSON attribute</a:t>
            </a:r>
          </a:p>
        </p:txBody>
      </p:sp>
      <p:sp>
        <p:nvSpPr>
          <p:cNvPr id="31" name="TextBox 30">
            <a:extLst>
              <a:ext uri="{FF2B5EF4-FFF2-40B4-BE49-F238E27FC236}">
                <a16:creationId xmlns:a16="http://schemas.microsoft.com/office/drawing/2014/main" id="{F1621CFB-39DD-4B63-98D4-E882FD917C71}"/>
              </a:ext>
            </a:extLst>
          </p:cNvPr>
          <p:cNvSpPr txBox="1"/>
          <p:nvPr/>
        </p:nvSpPr>
        <p:spPr>
          <a:xfrm>
            <a:off x="4335233" y="1425354"/>
            <a:ext cx="2383971" cy="369332"/>
          </a:xfrm>
          <a:prstGeom prst="rect">
            <a:avLst/>
          </a:prstGeom>
          <a:noFill/>
        </p:spPr>
        <p:txBody>
          <a:bodyPr wrap="square" rtlCol="0">
            <a:spAutoFit/>
          </a:bodyPr>
          <a:lstStyle/>
          <a:p>
            <a:r>
              <a:rPr lang="en-US" dirty="0"/>
              <a:t>Image Export Path</a:t>
            </a:r>
          </a:p>
        </p:txBody>
      </p:sp>
    </p:spTree>
    <p:extLst>
      <p:ext uri="{BB962C8B-B14F-4D97-AF65-F5344CB8AC3E}">
        <p14:creationId xmlns:p14="http://schemas.microsoft.com/office/powerpoint/2010/main" val="21452132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F13D2F6C-9050-48A8-B351-55273345597D}"/>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9619891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0FA4CA6-BD23-44A1-A537-29395A259F6B}"/>
              </a:ext>
            </a:extLst>
          </p:cNvPr>
          <p:cNvSpPr>
            <a:spLocks noGrp="1"/>
          </p:cNvSpPr>
          <p:nvPr>
            <p:ph type="body" sz="quarter" idx="11"/>
          </p:nvPr>
        </p:nvSpPr>
        <p:spPr/>
        <p:txBody>
          <a:bodyPr/>
          <a:lstStyle/>
          <a:p>
            <a:endParaRPr lang="en-US" dirty="0"/>
          </a:p>
        </p:txBody>
      </p:sp>
    </p:spTree>
    <p:extLst>
      <p:ext uri="{BB962C8B-B14F-4D97-AF65-F5344CB8AC3E}">
        <p14:creationId xmlns:p14="http://schemas.microsoft.com/office/powerpoint/2010/main" val="19261348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7">
            <a:extLst>
              <a:ext uri="{FF2B5EF4-FFF2-40B4-BE49-F238E27FC236}">
                <a16:creationId xmlns:a16="http://schemas.microsoft.com/office/drawing/2014/main" id="{E01C406F-27BD-4021-B6F4-B15575FDD55D}"/>
              </a:ext>
            </a:extLst>
          </p:cNvPr>
          <p:cNvSpPr>
            <a:spLocks noGrp="1"/>
          </p:cNvSpPr>
          <p:nvPr>
            <p:ph type="body" sz="quarter" idx="11"/>
          </p:nvPr>
        </p:nvSpPr>
        <p:spPr/>
        <p:txBody>
          <a:bodyPr/>
          <a:lstStyle/>
          <a:p>
            <a:endParaRPr lang="en-US" dirty="0"/>
          </a:p>
        </p:txBody>
      </p:sp>
      <p:sp>
        <p:nvSpPr>
          <p:cNvPr id="3" name="Text Placeholder 6">
            <a:extLst>
              <a:ext uri="{FF2B5EF4-FFF2-40B4-BE49-F238E27FC236}">
                <a16:creationId xmlns:a16="http://schemas.microsoft.com/office/drawing/2014/main" id="{5975815C-9CAA-4128-B43F-01913F1F487A}"/>
              </a:ext>
            </a:extLst>
          </p:cNvPr>
          <p:cNvSpPr>
            <a:spLocks noGrp="1"/>
          </p:cNvSpPr>
          <p:nvPr>
            <p:ph type="body" sz="quarter" idx="16"/>
          </p:nvPr>
        </p:nvSpPr>
        <p:spPr/>
        <p:txBody>
          <a:bodyPr/>
          <a:lstStyle/>
          <a:p>
            <a:r>
              <a:rPr lang="en-US" dirty="0"/>
              <a:t>Phone: 	+[country code] [number] </a:t>
            </a:r>
            <a:br>
              <a:rPr lang="en-US" dirty="0"/>
            </a:br>
            <a:r>
              <a:rPr lang="en-US" dirty="0"/>
              <a:t>E-mail: 	[account]@beckhoff.[domain] </a:t>
            </a:r>
            <a:br>
              <a:rPr lang="en-US" dirty="0"/>
            </a:br>
            <a:r>
              <a:rPr lang="en-US" dirty="0"/>
              <a:t>Web: 	www.beckhoff.[domain]</a:t>
            </a:r>
          </a:p>
          <a:p>
            <a:endParaRPr lang="en-US" dirty="0"/>
          </a:p>
        </p:txBody>
      </p:sp>
      <p:sp>
        <p:nvSpPr>
          <p:cNvPr id="4" name="Text Placeholder 5">
            <a:extLst>
              <a:ext uri="{FF2B5EF4-FFF2-40B4-BE49-F238E27FC236}">
                <a16:creationId xmlns:a16="http://schemas.microsoft.com/office/drawing/2014/main" id="{9C48864A-6EFB-49F3-A89F-FD60BF0358DF}"/>
              </a:ext>
            </a:extLst>
          </p:cNvPr>
          <p:cNvSpPr>
            <a:spLocks noGrp="1"/>
          </p:cNvSpPr>
          <p:nvPr>
            <p:ph type="body" sz="quarter" idx="14"/>
          </p:nvPr>
        </p:nvSpPr>
        <p:spPr/>
        <p:txBody>
          <a:bodyPr/>
          <a:lstStyle/>
          <a:p>
            <a:r>
              <a:rPr lang="en-US" b="1" dirty="0"/>
              <a:t>Beckhoff Automation [legal form] </a:t>
            </a:r>
          </a:p>
          <a:p>
            <a:r>
              <a:rPr lang="en-US" dirty="0"/>
              <a:t>[Address details 1]</a:t>
            </a:r>
          </a:p>
          <a:p>
            <a:r>
              <a:rPr lang="en-US" dirty="0"/>
              <a:t>[Address details 2]</a:t>
            </a:r>
          </a:p>
          <a:p>
            <a:r>
              <a:rPr lang="en-US" dirty="0"/>
              <a:t>[Address details 3] </a:t>
            </a:r>
          </a:p>
          <a:p>
            <a:r>
              <a:rPr lang="en-US" dirty="0"/>
              <a:t>[Address details 4]</a:t>
            </a:r>
          </a:p>
          <a:p>
            <a:endParaRPr lang="en-US" dirty="0"/>
          </a:p>
        </p:txBody>
      </p:sp>
      <p:sp>
        <p:nvSpPr>
          <p:cNvPr id="5" name="Title 4">
            <a:extLst>
              <a:ext uri="{FF2B5EF4-FFF2-40B4-BE49-F238E27FC236}">
                <a16:creationId xmlns:a16="http://schemas.microsoft.com/office/drawing/2014/main" id="{17973BA0-D557-4DF2-9021-CBB16A3C9041}"/>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26557491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1.pptx" id="{388891B6-BC17-4586-9D45-0D774BD2454C}" vid="{9424E5BB-9BB7-49A9-9DB9-210F857B6250}"/>
    </a:ext>
  </a:extLst>
</a:theme>
</file>

<file path=ppt/theme/theme2.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blank</Template>
  <TotalTime>8143</TotalTime>
  <Words>133</Words>
  <Application>Microsoft Office PowerPoint</Application>
  <PresentationFormat>Widescreen</PresentationFormat>
  <Paragraphs>29</Paragraphs>
  <Slides>6</Slides>
  <Notes>0</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Symbol</vt:lpstr>
      <vt:lpstr>Wingdings</vt:lpstr>
      <vt:lpstr>Beckhoff Slide Master</vt:lpstr>
      <vt:lpstr>Video Playback FB Layout</vt:lpstr>
      <vt:lpstr>Make video from images</vt:lpstr>
      <vt:lpstr>Watch for JSON attribute in alarm, Make video from images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Video Playback FB Layout</dc:title>
  <dc:creator>Daymon Thompson</dc:creator>
  <cp:keywords/>
  <cp:lastModifiedBy>Alyssa Hiedeman</cp:lastModifiedBy>
  <cp:revision>1</cp:revision>
  <cp:lastPrinted>2016-06-28T12:26:43Z</cp:lastPrinted>
  <dcterms:created xsi:type="dcterms:W3CDTF">2022-03-14T19:12:44Z</dcterms:created>
  <dcterms:modified xsi:type="dcterms:W3CDTF">2022-04-11T17:26:34Z</dcterms:modified>
</cp:coreProperties>
</file>
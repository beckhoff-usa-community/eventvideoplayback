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07" r:id="rId1"/>
  </p:sldMasterIdLst>
  <p:notesMasterIdLst>
    <p:notesMasterId r:id="rId8"/>
  </p:notesMasterIdLst>
  <p:handoutMasterIdLst>
    <p:handoutMasterId r:id="rId9"/>
  </p:handoutMasterIdLst>
  <p:sldIdLst>
    <p:sldId id="522" r:id="rId2"/>
    <p:sldId id="5698" r:id="rId3"/>
    <p:sldId id="5699" r:id="rId4"/>
    <p:sldId id="525" r:id="rId5"/>
    <p:sldId id="526" r:id="rId6"/>
    <p:sldId id="527" r:id="rId7"/>
  </p:sldIdLst>
  <p:sldSz cx="12192000" cy="6858000"/>
  <p:notesSz cx="6797675" cy="9926638"/>
  <p:custDataLst>
    <p:tags r:id="rId10"/>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3127" userDrawn="1">
          <p15:clr>
            <a:srgbClr val="A4A3A4"/>
          </p15:clr>
        </p15:guide>
        <p15:guide id="2" pos="2141"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1D7DA"/>
    <a:srgbClr val="FF9900"/>
    <a:srgbClr val="EF0000"/>
    <a:srgbClr val="9DAFCC"/>
    <a:srgbClr val="ED53D7"/>
    <a:srgbClr val="4B5669"/>
    <a:srgbClr val="FFFFFF"/>
    <a:srgbClr val="2D76AD"/>
    <a:srgbClr val="215983"/>
    <a:srgbClr val="3D8EC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817EA92-75D0-4044-A80A-286907CE0DDC}">
  <a:tblStyle styleId="{0817EA92-75D0-4044-A80A-286907CE0DDC}" styleName="Beckhoff Standard Table Style">
    <a:wholeTbl>
      <a:tcTxStyle>
        <a:fontRef idx="minor">
          <a:prstClr val="black"/>
        </a:fontRef>
        <a:schemeClr val="dk1"/>
      </a:tcTxStyle>
      <a:tcStyle>
        <a:tcBdr>
          <a:left>
            <a:ln w="0" cmpd="sng">
              <a:solidFill>
                <a:schemeClr val="lt1"/>
              </a:solidFill>
            </a:ln>
          </a:left>
          <a:right>
            <a:ln w="0" cmpd="sng">
              <a:solidFill>
                <a:schemeClr val="lt1"/>
              </a:solidFill>
            </a:ln>
          </a:right>
          <a:top>
            <a:ln w="12700" cmpd="sng">
              <a:solidFill>
                <a:schemeClr val="lt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fill>
          <a:solidFill>
            <a:schemeClr val="lt2">
              <a:tint val="60000"/>
            </a:schemeClr>
          </a:solidFill>
        </a:fill>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2"/>
          </a:solidFill>
        </a:fill>
      </a:tcStyle>
    </a:lastRow>
    <a:firstRow>
      <a:tcTxStyle b="on">
        <a:fontRef idx="minor">
          <a:prstClr val="black"/>
        </a:fontRef>
        <a:schemeClr val="lt1"/>
      </a:tcTxStyle>
      <a:tcStyle>
        <a:tcBdr>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2"/>
          </a:solid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C22544A-7EE6-4342-B048-85BDC9FD1C3A}" styleName="Mittlere Formatvorlage 2 - Akzent 1">
    <a:wholeTbl>
      <a:tcTxStyle>
        <a:fontRef idx="minor">
          <a:prstClr val="black"/>
        </a:fontRef>
        <a:schemeClr val="dk1"/>
      </a:tcTxStyle>
      <a:tcStyle>
        <a:tcBdr>
          <a:left>
            <a:ln w="0" cmpd="sng">
              <a:solidFill>
                <a:schemeClr val="lt1"/>
              </a:solidFill>
            </a:ln>
          </a:left>
          <a:right>
            <a:ln w="0" cmpd="sng">
              <a:solidFill>
                <a:schemeClr val="lt1"/>
              </a:solidFill>
            </a:ln>
          </a:right>
          <a:top>
            <a:ln w="12700" cmpd="sng">
              <a:solidFill>
                <a:schemeClr val="lt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fill>
          <a:solidFill>
            <a:schemeClr val="lt2">
              <a:tint val="60000"/>
            </a:schemeClr>
          </a:solidFill>
        </a:fill>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solidFill>
        </a:fill>
      </a:tcStyle>
    </a:lastRow>
    <a:firstRow>
      <a:tcTxStyle b="on">
        <a:fontRef idx="minor">
          <a:prstClr val="black"/>
        </a:fontRef>
        <a:schemeClr val="lt1"/>
      </a:tcTxStyle>
      <a:tcStyle>
        <a:tcBdr>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dk2"/>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dk2"/>
          </a:solidFill>
        </a:fill>
      </a:tcStyle>
    </a:lastRow>
    <a:firstRow>
      <a:tcTxStyle b="on">
        <a:fontRef idx="minor">
          <a:scrgbClr r="0" g="0" b="0"/>
        </a:fontRef>
        <a:schemeClr val="dk2"/>
      </a:tcTxStyle>
      <a:tcStyle>
        <a:tcBdr/>
        <a:fill>
          <a:solidFill>
            <a:schemeClr val="accent1"/>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dk2"/>
              </a:solidFill>
            </a:ln>
          </a:left>
          <a:right>
            <a:ln w="12700" cmpd="sng">
              <a:solidFill>
                <a:schemeClr val="dk2"/>
              </a:solidFill>
            </a:ln>
          </a:right>
          <a:top>
            <a:ln w="12700" cmpd="sng">
              <a:solidFill>
                <a:schemeClr val="dk2"/>
              </a:solidFill>
            </a:ln>
          </a:top>
          <a:bottom>
            <a:ln w="12700" cmpd="sng">
              <a:solidFill>
                <a:schemeClr val="dk2"/>
              </a:solidFill>
            </a:ln>
          </a:bottom>
          <a:insideH>
            <a:ln w="12700" cmpd="sng">
              <a:solidFill>
                <a:schemeClr val="dk2"/>
              </a:solidFill>
            </a:ln>
          </a:insideH>
          <a:insideV>
            <a:ln w="12700" cmpd="sng">
              <a:solidFill>
                <a:schemeClr val="dk2"/>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dk2"/>
      </a:tcTxStyle>
      <a:tcStyle>
        <a:tcBdr/>
        <a:fill>
          <a:solidFill>
            <a:schemeClr val="accent1"/>
          </a:solidFill>
        </a:fill>
      </a:tcStyle>
    </a:lastCol>
    <a:firstCol>
      <a:tcTxStyle b="on">
        <a:fontRef idx="minor">
          <a:prstClr val="black"/>
        </a:fontRef>
        <a:schemeClr val="dk2"/>
      </a:tcTxStyle>
      <a:tcStyle>
        <a:tcBdr/>
        <a:fill>
          <a:solidFill>
            <a:schemeClr val="accent1"/>
          </a:solidFill>
        </a:fill>
      </a:tcStyle>
    </a:firstCol>
    <a:lastRow>
      <a:tcTxStyle b="on">
        <a:fontRef idx="minor">
          <a:prstClr val="black"/>
        </a:fontRef>
        <a:schemeClr val="dk2"/>
      </a:tcTxStyle>
      <a:tcStyle>
        <a:tcBdr>
          <a:top>
            <a:ln w="38100" cmpd="sng">
              <a:solidFill>
                <a:schemeClr val="dk2"/>
              </a:solidFill>
            </a:ln>
          </a:top>
        </a:tcBdr>
        <a:fill>
          <a:solidFill>
            <a:schemeClr val="accent2"/>
          </a:solidFill>
        </a:fill>
      </a:tcStyle>
    </a:lastRow>
    <a:firstRow>
      <a:tcTxStyle b="on">
        <a:fontRef idx="minor">
          <a:prstClr val="black"/>
        </a:fontRef>
        <a:schemeClr val="dk2"/>
      </a:tcTxStyle>
      <a:tcStyle>
        <a:tcBdr>
          <a:bottom>
            <a:ln w="38100" cmpd="sng">
              <a:solidFill>
                <a:schemeClr val="dk2"/>
              </a:solidFill>
            </a:ln>
          </a:bottom>
        </a:tcBdr>
        <a:fill>
          <a:solidFill>
            <a:schemeClr val="accent2"/>
          </a:solidFill>
        </a:fill>
      </a:tcStyle>
    </a:firstRow>
  </a:tblStyle>
  <a:tblStyle styleId="{9DCAF9ED-07DC-4A11-8D7F-57B35C25682E}" styleName="Mittlere Formatvorlage 1 - Akz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dk2"/>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67" autoAdjust="0"/>
    <p:restoredTop sz="96005" autoAdjust="0"/>
  </p:normalViewPr>
  <p:slideViewPr>
    <p:cSldViewPr snapToObjects="1" showGuides="1">
      <p:cViewPr varScale="1">
        <p:scale>
          <a:sx n="72" d="100"/>
          <a:sy n="72" d="100"/>
        </p:scale>
        <p:origin x="60" y="1512"/>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50" d="100"/>
        <a:sy n="150" d="100"/>
      </p:scale>
      <p:origin x="0" y="0"/>
    </p:cViewPr>
  </p:sorterViewPr>
  <p:notesViewPr>
    <p:cSldViewPr snapToObjects="1" showGuides="1">
      <p:cViewPr varScale="1">
        <p:scale>
          <a:sx n="79" d="100"/>
          <a:sy n="79" d="100"/>
        </p:scale>
        <p:origin x="3900" y="90"/>
      </p:cViewPr>
      <p:guideLst>
        <p:guide orient="horz" pos="3127"/>
        <p:guide pos="2141"/>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tags" Target="tags/tag1.xml"/><Relationship Id="rId4" Type="http://schemas.openxmlformats.org/officeDocument/2006/relationships/slide" Target="slides/slide3.xml"/><Relationship Id="rId9" Type="http://schemas.openxmlformats.org/officeDocument/2006/relationships/handoutMaster" Target="handoutMasters/handoutMaster1.xml"/><Relationship Id="rId14"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1" y="1"/>
            <a:ext cx="2945659" cy="496332"/>
          </a:xfrm>
          <a:prstGeom prst="rect">
            <a:avLst/>
          </a:prstGeom>
        </p:spPr>
        <p:txBody>
          <a:bodyPr vert="horz" lIns="91432" tIns="45716" rIns="91432" bIns="45716" rtlCol="0"/>
          <a:lstStyle>
            <a:lvl1pPr algn="l">
              <a:defRPr sz="1200"/>
            </a:lvl1pPr>
          </a:lstStyle>
          <a:p>
            <a:r>
              <a:rPr lang="de-DE"/>
              <a:t>Text der Kopfzeile</a:t>
            </a:r>
          </a:p>
        </p:txBody>
      </p:sp>
      <p:sp>
        <p:nvSpPr>
          <p:cNvPr id="3" name="Datumsplatzhalter 2"/>
          <p:cNvSpPr>
            <a:spLocks noGrp="1"/>
          </p:cNvSpPr>
          <p:nvPr>
            <p:ph type="dt" sz="quarter" idx="1"/>
          </p:nvPr>
        </p:nvSpPr>
        <p:spPr>
          <a:xfrm>
            <a:off x="3850445" y="1"/>
            <a:ext cx="2945659" cy="496332"/>
          </a:xfrm>
          <a:prstGeom prst="rect">
            <a:avLst/>
          </a:prstGeom>
        </p:spPr>
        <p:txBody>
          <a:bodyPr vert="horz" lIns="91432" tIns="45716" rIns="91432" bIns="45716" rtlCol="0"/>
          <a:lstStyle>
            <a:lvl1pPr algn="r">
              <a:defRPr sz="1200"/>
            </a:lvl1pPr>
          </a:lstStyle>
          <a:p>
            <a:fld id="{8F1A36FD-08A9-47F7-8F4B-E50EC98C36E7}" type="datetime1">
              <a:rPr lang="de-DE" smtClean="0"/>
              <a:t>05.05.2022</a:t>
            </a:fld>
            <a:endParaRPr lang="de-DE"/>
          </a:p>
        </p:txBody>
      </p:sp>
      <p:sp>
        <p:nvSpPr>
          <p:cNvPr id="4" name="Fußzeilenplatzhalter 3"/>
          <p:cNvSpPr>
            <a:spLocks noGrp="1"/>
          </p:cNvSpPr>
          <p:nvPr>
            <p:ph type="ftr" sz="quarter" idx="2"/>
          </p:nvPr>
        </p:nvSpPr>
        <p:spPr>
          <a:xfrm>
            <a:off x="1" y="9428584"/>
            <a:ext cx="2945659" cy="496332"/>
          </a:xfrm>
          <a:prstGeom prst="rect">
            <a:avLst/>
          </a:prstGeom>
        </p:spPr>
        <p:txBody>
          <a:bodyPr vert="horz" lIns="91432" tIns="45716" rIns="91432" bIns="45716" rtlCol="0" anchor="b"/>
          <a:lstStyle>
            <a:lvl1pPr algn="l">
              <a:defRPr sz="1200"/>
            </a:lvl1pPr>
          </a:lstStyle>
          <a:p>
            <a:r>
              <a:rPr lang="de-DE"/>
              <a:t>Text der Fußzeile</a:t>
            </a:r>
          </a:p>
        </p:txBody>
      </p:sp>
      <p:sp>
        <p:nvSpPr>
          <p:cNvPr id="5" name="Foliennummernplatzhalter 4"/>
          <p:cNvSpPr>
            <a:spLocks noGrp="1"/>
          </p:cNvSpPr>
          <p:nvPr>
            <p:ph type="sldNum" sz="quarter" idx="3"/>
          </p:nvPr>
        </p:nvSpPr>
        <p:spPr>
          <a:xfrm>
            <a:off x="3850445" y="9428584"/>
            <a:ext cx="2945659" cy="496332"/>
          </a:xfrm>
          <a:prstGeom prst="rect">
            <a:avLst/>
          </a:prstGeom>
        </p:spPr>
        <p:txBody>
          <a:bodyPr vert="horz" lIns="91432" tIns="45716" rIns="91432" bIns="45716" rtlCol="0" anchor="b"/>
          <a:lstStyle>
            <a:lvl1pPr algn="r">
              <a:defRPr sz="1200"/>
            </a:lvl1pPr>
          </a:lstStyle>
          <a:p>
            <a:fld id="{D584D4DD-0EAA-4244-BC03-ECEA8EDC466D}" type="slidenum">
              <a:rPr lang="de-DE" smtClean="0"/>
              <a:t>‹#›</a:t>
            </a:fld>
            <a:endParaRPr lang="de-DE"/>
          </a:p>
        </p:txBody>
      </p:sp>
    </p:spTree>
    <p:extLst>
      <p:ext uri="{BB962C8B-B14F-4D97-AF65-F5344CB8AC3E}">
        <p14:creationId xmlns:p14="http://schemas.microsoft.com/office/powerpoint/2010/main" val="2987791544"/>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Foliennummernplatzhalter 6"/>
          <p:cNvSpPr>
            <a:spLocks noGrp="1"/>
          </p:cNvSpPr>
          <p:nvPr>
            <p:ph type="sldNum" sz="quarter" idx="5"/>
          </p:nvPr>
        </p:nvSpPr>
        <p:spPr>
          <a:xfrm>
            <a:off x="2972211" y="9428584"/>
            <a:ext cx="853252" cy="496332"/>
          </a:xfrm>
          <a:prstGeom prst="rect">
            <a:avLst/>
          </a:prstGeom>
        </p:spPr>
        <p:txBody>
          <a:bodyPr vert="horz" lIns="91432" tIns="45716" rIns="91432" bIns="45716" rtlCol="0" anchor="b"/>
          <a:lstStyle>
            <a:lvl1pPr algn="ctr">
              <a:defRPr sz="1200">
                <a:solidFill>
                  <a:schemeClr val="bg2"/>
                </a:solidFill>
              </a:defRPr>
            </a:lvl1pPr>
          </a:lstStyle>
          <a:p>
            <a:fld id="{B280112D-8454-448C-8A04-1F3237E367D5}" type="slidenum">
              <a:rPr lang="de-DE" smtClean="0"/>
              <a:pPr/>
              <a:t>‹#›</a:t>
            </a:fld>
            <a:endParaRPr lang="de-DE" dirty="0"/>
          </a:p>
        </p:txBody>
      </p:sp>
      <p:sp>
        <p:nvSpPr>
          <p:cNvPr id="3" name="Datumsplatzhalter 2"/>
          <p:cNvSpPr>
            <a:spLocks noGrp="1"/>
          </p:cNvSpPr>
          <p:nvPr>
            <p:ph type="dt" idx="1"/>
          </p:nvPr>
        </p:nvSpPr>
        <p:spPr>
          <a:xfrm>
            <a:off x="3850445" y="9430306"/>
            <a:ext cx="2945659" cy="496332"/>
          </a:xfrm>
          <a:prstGeom prst="rect">
            <a:avLst/>
          </a:prstGeom>
        </p:spPr>
        <p:txBody>
          <a:bodyPr vert="horz" lIns="91432" tIns="45716" rIns="179985" bIns="45716" rtlCol="0" anchor="b"/>
          <a:lstStyle>
            <a:lvl1pPr algn="r">
              <a:defRPr sz="1000">
                <a:solidFill>
                  <a:schemeClr val="bg2"/>
                </a:solidFill>
              </a:defRPr>
            </a:lvl1pPr>
          </a:lstStyle>
          <a:p>
            <a:fld id="{0A2346E5-778D-4A7C-BA30-768202CBF653}" type="datetime1">
              <a:rPr lang="de-DE" smtClean="0"/>
              <a:t>05.05.2022</a:t>
            </a:fld>
            <a:endParaRPr lang="de-DE"/>
          </a:p>
        </p:txBody>
      </p:sp>
      <p:sp>
        <p:nvSpPr>
          <p:cNvPr id="4" name="Folienbildplatzhalter 3"/>
          <p:cNvSpPr>
            <a:spLocks noGrp="1" noRot="1" noChangeAspect="1"/>
          </p:cNvSpPr>
          <p:nvPr>
            <p:ph type="sldImg" idx="2"/>
          </p:nvPr>
        </p:nvSpPr>
        <p:spPr>
          <a:xfrm>
            <a:off x="44" y="0"/>
            <a:ext cx="6796059" cy="3823379"/>
          </a:xfrm>
          <a:prstGeom prst="rect">
            <a:avLst/>
          </a:prstGeom>
          <a:noFill/>
          <a:ln w="6350">
            <a:solidFill>
              <a:schemeClr val="tx2"/>
            </a:solidFill>
          </a:ln>
        </p:spPr>
        <p:txBody>
          <a:bodyPr vert="horz" lIns="91432" tIns="45716" rIns="91432" bIns="45716" rtlCol="0" anchor="ctr"/>
          <a:lstStyle/>
          <a:p>
            <a:endParaRPr lang="de-DE"/>
          </a:p>
        </p:txBody>
      </p:sp>
      <p:sp>
        <p:nvSpPr>
          <p:cNvPr id="6" name="Fußzeilenplatzhalter 5"/>
          <p:cNvSpPr>
            <a:spLocks noGrp="1"/>
          </p:cNvSpPr>
          <p:nvPr>
            <p:ph type="ftr" sz="quarter" idx="4"/>
          </p:nvPr>
        </p:nvSpPr>
        <p:spPr>
          <a:xfrm>
            <a:off x="1" y="9428584"/>
            <a:ext cx="2945659" cy="496332"/>
          </a:xfrm>
          <a:prstGeom prst="rect">
            <a:avLst/>
          </a:prstGeom>
        </p:spPr>
        <p:txBody>
          <a:bodyPr vert="horz" lIns="179985" tIns="45716" rIns="91432" bIns="45716" rtlCol="0" anchor="b"/>
          <a:lstStyle>
            <a:lvl1pPr algn="l">
              <a:defRPr sz="1000">
                <a:solidFill>
                  <a:schemeClr val="bg2"/>
                </a:solidFill>
              </a:defRPr>
            </a:lvl1pPr>
          </a:lstStyle>
          <a:p>
            <a:r>
              <a:rPr lang="de-DE"/>
              <a:t>Text der Fußzeile</a:t>
            </a:r>
          </a:p>
        </p:txBody>
      </p:sp>
      <p:cxnSp>
        <p:nvCxnSpPr>
          <p:cNvPr id="9" name="Gerader Verbinder 8"/>
          <p:cNvCxnSpPr/>
          <p:nvPr/>
        </p:nvCxnSpPr>
        <p:spPr>
          <a:xfrm>
            <a:off x="1" y="9430306"/>
            <a:ext cx="6797675"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5" name="Notizenplatzhalter 4"/>
          <p:cNvSpPr>
            <a:spLocks noGrp="1"/>
          </p:cNvSpPr>
          <p:nvPr>
            <p:ph type="body" sz="quarter" idx="3"/>
          </p:nvPr>
        </p:nvSpPr>
        <p:spPr>
          <a:xfrm>
            <a:off x="1" y="3823379"/>
            <a:ext cx="6796102" cy="5606927"/>
          </a:xfrm>
          <a:prstGeom prst="rect">
            <a:avLst/>
          </a:prstGeom>
        </p:spPr>
        <p:txBody>
          <a:bodyPr vert="horz" lIns="252000" tIns="190784" rIns="179985" bIns="45716"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1620462188"/>
      </p:ext>
    </p:extLst>
  </p:cSld>
  <p:clrMap bg1="lt1" tx1="dk1" bg2="lt2" tx2="dk2" accent1="accent1" accent2="accent2" accent3="accent3" accent4="accent4" accent5="accent5" accent6="accent6" hlink="hlink" folHlink="folHlink"/>
  <p:hf/>
  <p:notesStyle>
    <a:lvl1pPr marL="180000" indent="-180000" algn="l" defTabSz="914400" rtl="0" eaLnBrk="1" latinLnBrk="0" hangingPunct="1">
      <a:buFont typeface="Wingdings" panose="05000000000000000000" pitchFamily="2" charset="2"/>
      <a:buChar char="§"/>
      <a:defRPr sz="1200" kern="1200">
        <a:solidFill>
          <a:schemeClr val="tx1"/>
        </a:solidFill>
        <a:latin typeface="+mn-lt"/>
        <a:ea typeface="+mn-ea"/>
        <a:cs typeface="+mn-cs"/>
      </a:defRPr>
    </a:lvl1pPr>
    <a:lvl2pPr marL="378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2pPr>
    <a:lvl3pPr marL="576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3pPr>
    <a:lvl4pPr marL="774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4pPr>
    <a:lvl5pPr marL="972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EC17FFD9-E190-4354-AF30-89800F8E4F3E}"/>
              </a:ext>
            </a:extLst>
          </p:cNvPr>
          <p:cNvSpPr>
            <a:spLocks noGrp="1"/>
          </p:cNvSpPr>
          <p:nvPr>
            <p:ph type="ftr" sz="quarter" idx="10"/>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B0FDDC2E-ABE4-429F-8CE9-38DD695422FD}"/>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pic>
        <p:nvPicPr>
          <p:cNvPr id="3" name="Title Picture"/>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90800"/>
            <a:ext cx="12202668" cy="5769864"/>
          </a:xfrm>
          <a:prstGeom prst="rect">
            <a:avLst/>
          </a:prstGeom>
          <a:ln w="6350">
            <a:solidFill>
              <a:schemeClr val="bg1">
                <a:lumMod val="95000"/>
              </a:schemeClr>
            </a:solidFill>
            <a:miter lim="800000"/>
          </a:ln>
        </p:spPr>
      </p:pic>
      <p:sp>
        <p:nvSpPr>
          <p:cNvPr id="4" name="Title">
            <a:extLst>
              <a:ext uri="{FF2B5EF4-FFF2-40B4-BE49-F238E27FC236}">
                <a16:creationId xmlns:a16="http://schemas.microsoft.com/office/drawing/2014/main" id="{9030D639-0DC9-4081-8A98-1A8F8593892C}"/>
              </a:ext>
            </a:extLst>
          </p:cNvPr>
          <p:cNvSpPr>
            <a:spLocks noGrp="1"/>
          </p:cNvSpPr>
          <p:nvPr>
            <p:ph type="title"/>
          </p:nvPr>
        </p:nvSpPr>
        <p:spPr/>
        <p:txBody>
          <a:bodyPr/>
          <a:lstStyle/>
          <a:p>
            <a:r>
              <a:rPr lang="en-US" noProof="0"/>
              <a:t>Click to edit Master title style</a:t>
            </a:r>
          </a:p>
        </p:txBody>
      </p:sp>
    </p:spTree>
    <p:extLst>
      <p:ext uri="{BB962C8B-B14F-4D97-AF65-F5344CB8AC3E}">
        <p14:creationId xmlns:p14="http://schemas.microsoft.com/office/powerpoint/2010/main" val="1904974950"/>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1007D3D-C5EC-4571-BE1C-06654C5B83FD}"/>
              </a:ext>
            </a:extLst>
          </p:cNvPr>
          <p:cNvSpPr>
            <a:spLocks noGrp="1"/>
          </p:cNvSpPr>
          <p:nvPr>
            <p:ph type="ftr" sz="quarter" idx="11"/>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4B4F1309-657C-418A-9A8B-219278A7A6FB}"/>
              </a:ext>
            </a:extLst>
          </p:cNvPr>
          <p:cNvSpPr>
            <a:spLocks noGrp="1"/>
          </p:cNvSpPr>
          <p:nvPr>
            <p:ph type="sldNum" sz="quarter" idx="12"/>
          </p:nvPr>
        </p:nvSpPr>
        <p:spPr/>
        <p:txBody>
          <a:bodyPr/>
          <a:lstStyle/>
          <a:p>
            <a:fld id="{A930EF64-91C9-4EBD-82F9-3643AB15A28C}" type="slidenum">
              <a:rPr lang="en-US" noProof="0" smtClean="0"/>
              <a:pPr/>
              <a:t>‹#›</a:t>
            </a:fld>
            <a:endParaRPr lang="en-US" noProof="0"/>
          </a:p>
        </p:txBody>
      </p:sp>
      <p:pic>
        <p:nvPicPr>
          <p:cNvPr id="9" name="Title Picture"/>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90800"/>
            <a:ext cx="12202668" cy="5769864"/>
          </a:xfrm>
          <a:prstGeom prst="rect">
            <a:avLst/>
          </a:prstGeom>
          <a:ln w="6350">
            <a:solidFill>
              <a:schemeClr val="bg1">
                <a:lumMod val="95000"/>
              </a:schemeClr>
            </a:solidFill>
            <a:miter lim="800000"/>
          </a:ln>
        </p:spPr>
      </p:pic>
      <p:sp>
        <p:nvSpPr>
          <p:cNvPr id="3" name="Text Placeholder">
            <a:extLst>
              <a:ext uri="{FF2B5EF4-FFF2-40B4-BE49-F238E27FC236}">
                <a16:creationId xmlns:a16="http://schemas.microsoft.com/office/drawing/2014/main" id="{BEB3C114-D938-41BB-B3A2-9312262D642E}"/>
              </a:ext>
            </a:extLst>
          </p:cNvPr>
          <p:cNvSpPr>
            <a:spLocks noGrp="1"/>
          </p:cNvSpPr>
          <p:nvPr>
            <p:ph type="body" sz="quarter" idx="10" hasCustomPrompt="1"/>
          </p:nvPr>
        </p:nvSpPr>
        <p:spPr>
          <a:xfrm>
            <a:off x="0" y="1089025"/>
            <a:ext cx="6098400" cy="5772150"/>
          </a:xfrm>
          <a:solidFill>
            <a:schemeClr val="bg1">
              <a:alpha val="75000"/>
            </a:schemeClr>
          </a:solidFill>
        </p:spPr>
        <p:txBody>
          <a:bodyPr/>
          <a:lstStyle>
            <a:lvl1pPr>
              <a:defRPr/>
            </a:lvl1pPr>
          </a:lstStyle>
          <a:p>
            <a:pPr lvl="0"/>
            <a:r>
              <a:rPr lang="en-US" noProof="0"/>
              <a:t>Speaker name </a:t>
            </a:r>
            <a:br>
              <a:rPr lang="en-US" noProof="0"/>
            </a:br>
            <a:r>
              <a:rPr lang="en-US" noProof="0"/>
              <a:t>Department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a:extLst>
              <a:ext uri="{FF2B5EF4-FFF2-40B4-BE49-F238E27FC236}">
                <a16:creationId xmlns:a16="http://schemas.microsoft.com/office/drawing/2014/main" id="{1BEF4B5F-8F3C-41F6-887A-1CA15C7A5BC9}"/>
              </a:ext>
            </a:extLst>
          </p:cNvPr>
          <p:cNvSpPr>
            <a:spLocks noGrp="1"/>
          </p:cNvSpPr>
          <p:nvPr>
            <p:ph type="title"/>
          </p:nvPr>
        </p:nvSpPr>
        <p:spPr/>
        <p:txBody>
          <a:bodyPr/>
          <a:lstStyle/>
          <a:p>
            <a:r>
              <a:rPr lang="en-US" noProof="0"/>
              <a:t>Click to edit Master title style</a:t>
            </a:r>
          </a:p>
        </p:txBody>
      </p:sp>
    </p:spTree>
    <p:extLst>
      <p:ext uri="{BB962C8B-B14F-4D97-AF65-F5344CB8AC3E}">
        <p14:creationId xmlns:p14="http://schemas.microsoft.com/office/powerpoint/2010/main" val="143234255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F4598583-8674-490B-B814-FBA89FE47BB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6CDA0863-F8FA-4A9D-A308-28CFF0D552B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342900" marR="0" lvl="0" indent="-34290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pic>
        <p:nvPicPr>
          <p:cNvPr id="2" name="Title Picture Version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098400" y="0"/>
            <a:ext cx="6094476" cy="6857999"/>
          </a:xfrm>
          <a:prstGeom prst="rect">
            <a:avLst/>
          </a:prstGeom>
          <a:ln w="6350">
            <a:solidFill>
              <a:schemeClr val="bg1">
                <a:lumMod val="95000"/>
              </a:schemeClr>
            </a:solidFill>
            <a:miter lim="800000"/>
          </a:ln>
        </p:spPr>
      </p:pic>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marL="0" indent="0">
              <a:buFont typeface="Arial" panose="020B0604020202020204" pitchFamily="34" charset="0"/>
              <a:buNone/>
              <a:defRPr lang="en-US" noProof="0" dirty="0"/>
            </a:lvl1pPr>
          </a:lstStyle>
          <a:p>
            <a:pPr lvl="0"/>
            <a:r>
              <a:rPr lang="en-US" noProof="0"/>
              <a:t>Click to add title</a:t>
            </a:r>
          </a:p>
        </p:txBody>
      </p:sp>
      <p:pic>
        <p:nvPicPr>
          <p:cNvPr id="8" name="Logo"/>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spTree>
    <p:extLst>
      <p:ext uri="{BB962C8B-B14F-4D97-AF65-F5344CB8AC3E}">
        <p14:creationId xmlns:p14="http://schemas.microsoft.com/office/powerpoint/2010/main" val="1762592289"/>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for Speaker – Version 3">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C4DB5B76-F41A-4B9A-92CC-7CBE8C6EF1EF}"/>
              </a:ext>
            </a:extLst>
          </p:cNvPr>
          <p:cNvSpPr>
            <a:spLocks noGrp="1"/>
          </p:cNvSpPr>
          <p:nvPr>
            <p:ph type="ftr" sz="quarter" idx="10"/>
          </p:nvPr>
        </p:nvSpPr>
        <p:spPr/>
        <p:txBody>
          <a:bodyPr/>
          <a:lstStyle/>
          <a:p>
            <a:r>
              <a:rPr lang="en-US" noProof="0" dirty="0"/>
              <a:t>Footer text</a:t>
            </a:r>
          </a:p>
        </p:txBody>
      </p:sp>
      <p:sp>
        <p:nvSpPr>
          <p:cNvPr id="6" name="Slide Number Placeholder">
            <a:extLst>
              <a:ext uri="{FF2B5EF4-FFF2-40B4-BE49-F238E27FC236}">
                <a16:creationId xmlns:a16="http://schemas.microsoft.com/office/drawing/2014/main" id="{871D1B19-4FC7-4864-9AAF-3307DBABF0DF}"/>
              </a:ext>
            </a:extLst>
          </p:cNvPr>
          <p:cNvSpPr>
            <a:spLocks noGrp="1"/>
          </p:cNvSpPr>
          <p:nvPr>
            <p:ph type="sldNum" sz="quarter" idx="11"/>
          </p:nvPr>
        </p:nvSpPr>
        <p:spPr/>
        <p:txBody>
          <a:bodyPr/>
          <a:lstStyle/>
          <a:p>
            <a:fld id="{A930EF64-91C9-4EBD-82F9-3643AB15A28C}" type="slidenum">
              <a:rPr lang="en-US" noProof="0" smtClean="0"/>
              <a:pPr/>
              <a:t>‹#›</a:t>
            </a:fld>
            <a:endParaRPr lang="en-US" noProof="0" dirty="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pic>
        <p:nvPicPr>
          <p:cNvPr id="2" name="Title Picture version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098400" y="0"/>
            <a:ext cx="6094475" cy="6857999"/>
          </a:xfrm>
          <a:prstGeom prst="rect">
            <a:avLst/>
          </a:prstGeom>
          <a:ln w="6350">
            <a:solidFill>
              <a:schemeClr val="bg1">
                <a:lumMod val="95000"/>
              </a:schemeClr>
            </a:solidFill>
            <a:miter lim="800000"/>
          </a:ln>
        </p:spPr>
      </p:pic>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lvl1pPr>
          </a:lstStyle>
          <a:p>
            <a:pPr lvl="0"/>
            <a:r>
              <a:rPr lang="en-US" noProof="0" dirty="0"/>
              <a:t>Click to add title</a:t>
            </a:r>
          </a:p>
        </p:txBody>
      </p:sp>
      <p:pic>
        <p:nvPicPr>
          <p:cNvPr id="8" name="Logo"/>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spTree>
    <p:extLst>
      <p:ext uri="{BB962C8B-B14F-4D97-AF65-F5344CB8AC3E}">
        <p14:creationId xmlns:p14="http://schemas.microsoft.com/office/powerpoint/2010/main" val="26520522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1A7223DA-1D3F-4531-BEC2-1CB60D927375}"/>
              </a:ext>
            </a:extLst>
          </p:cNvPr>
          <p:cNvSpPr>
            <a:spLocks noGrp="1"/>
          </p:cNvSpPr>
          <p:nvPr>
            <p:ph type="ftr" sz="quarter" idx="16"/>
          </p:nvPr>
        </p:nvSpPr>
        <p:spPr/>
        <p:txBody>
          <a:bodyPr/>
          <a:lstStyle/>
          <a:p>
            <a:r>
              <a:rPr lang="en-US" noProof="0"/>
              <a:t>Footer text</a:t>
            </a:r>
          </a:p>
        </p:txBody>
      </p:sp>
      <p:sp>
        <p:nvSpPr>
          <p:cNvPr id="9" name="Slide Number Placeholder">
            <a:extLst>
              <a:ext uri="{FF2B5EF4-FFF2-40B4-BE49-F238E27FC236}">
                <a16:creationId xmlns:a16="http://schemas.microsoft.com/office/drawing/2014/main" id="{22D552AE-634D-49AB-8A75-90A3811E881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le"/>
          <p:cNvSpPr>
            <a:spLocks noGrp="1"/>
          </p:cNvSpPr>
          <p:nvPr>
            <p:ph type="title" hasCustomPrompt="1"/>
          </p:nvPr>
        </p:nvSpPr>
        <p:spPr/>
        <p:txBody>
          <a:bodyPr/>
          <a:lstStyle/>
          <a:p>
            <a:r>
              <a:rPr lang="en-US" noProof="0"/>
              <a:t>Click to add contents</a:t>
            </a:r>
          </a:p>
        </p:txBody>
      </p:sp>
    </p:spTree>
    <p:extLst>
      <p:ext uri="{BB962C8B-B14F-4D97-AF65-F5344CB8AC3E}">
        <p14:creationId xmlns:p14="http://schemas.microsoft.com/office/powerpoint/2010/main" val="16510481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9F4DFDF0-0B44-48E7-B482-FA214B6813AE}"/>
              </a:ext>
            </a:extLst>
          </p:cNvPr>
          <p:cNvSpPr>
            <a:spLocks noGrp="1"/>
          </p:cNvSpPr>
          <p:nvPr>
            <p:ph type="ftr" sz="quarter" idx="16"/>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515C8023-6CA7-4538-BC5A-F44602780247}"/>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8"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5272207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6484DE6C-01C4-4549-8868-BC91980DA1B8}"/>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47B61BDE-5EB2-439B-87EA-3291DABA7078}"/>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8136000" y="3981600"/>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8136000" y="1090799"/>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799"/>
            <a:ext cx="813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39533410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99F85A85-2456-4567-AD94-8845D76D276C}"/>
              </a:ext>
            </a:extLst>
          </p:cNvPr>
          <p:cNvSpPr>
            <a:spLocks noGrp="1"/>
          </p:cNvSpPr>
          <p:nvPr>
            <p:ph type="ftr" sz="quarter" idx="16"/>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CDB31999-ACD1-4446-88FC-073D53B8E87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45138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5192BE08-D7FF-416E-BE68-DD5FA8DD6D56}"/>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27640755-13F0-423E-A8D5-986F786D5482}"/>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4321414"/>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5864130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88D676BE-C49F-4CF3-A83C-582B2EB62ECB}"/>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9757859A-C6FD-456E-AD04-51BA82F9F30A}"/>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6098400" y="1090799"/>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4" name="Title"/>
          <p:cNvSpPr>
            <a:spLocks noGrp="1"/>
          </p:cNvSpPr>
          <p:nvPr>
            <p:ph type="title" hasCustomPrompt="1"/>
          </p:nvPr>
        </p:nvSpPr>
        <p:spPr>
          <a:xfrm>
            <a:off x="0" y="450001"/>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051853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0F761C-97E7-4B2C-A6DB-271C198DEA62}"/>
              </a:ext>
            </a:extLst>
          </p:cNvPr>
          <p:cNvSpPr>
            <a:spLocks noGrp="1"/>
          </p:cNvSpPr>
          <p:nvPr>
            <p:ph type="ftr" sz="quarter" idx="18"/>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C418DBE4-B032-4AE5-9085-D2385C26C94D}"/>
              </a:ext>
            </a:extLst>
          </p:cNvPr>
          <p:cNvSpPr>
            <a:spLocks noGrp="1"/>
          </p:cNvSpPr>
          <p:nvPr>
            <p:ph type="sldNum" sz="quarter" idx="19"/>
          </p:nvPr>
        </p:nvSpPr>
        <p:spPr/>
        <p:txBody>
          <a:bodyPr/>
          <a:lstStyle/>
          <a:p>
            <a:fld id="{A930EF64-91C9-4EBD-82F9-3643AB15A28C}" type="slidenum">
              <a:rPr lang="en-US" noProof="0" smtClean="0"/>
              <a:pPr/>
              <a:t>‹#›</a:t>
            </a:fld>
            <a:endParaRPr lang="en-US" noProof="0"/>
          </a:p>
        </p:txBody>
      </p:sp>
      <p:sp>
        <p:nvSpPr>
          <p:cNvPr id="10" name="Picture Placeholder 3"/>
          <p:cNvSpPr>
            <a:spLocks noGrp="1"/>
          </p:cNvSpPr>
          <p:nvPr>
            <p:ph type="pic" sz="quarter" idx="17" hasCustomPrompt="1"/>
          </p:nvPr>
        </p:nvSpPr>
        <p:spPr bwMode="gray">
          <a:xfrm>
            <a:off x="9151200" y="3981600"/>
            <a:ext cx="3045600" cy="2883600"/>
          </a:xfr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p:txBody>
      </p:sp>
      <p:sp>
        <p:nvSpPr>
          <p:cNvPr id="3" name="Picture Placeholder 2"/>
          <p:cNvSpPr>
            <a:spLocks noGrp="1"/>
          </p:cNvSpPr>
          <p:nvPr>
            <p:ph type="pic" sz="quarter" idx="16" hasCustomPrompt="1"/>
          </p:nvPr>
        </p:nvSpPr>
        <p:spPr bwMode="gray">
          <a:xfrm>
            <a:off x="6098400" y="3981600"/>
            <a:ext cx="3045600" cy="2883600"/>
          </a:xfrm>
          <a:ln w="6350">
            <a:solidFill>
              <a:schemeClr val="bg1">
                <a:lumMod val="95000"/>
              </a:schemeClr>
            </a:solidFill>
            <a:miter lim="800000"/>
          </a:ln>
        </p:spPr>
        <p:txBody>
          <a:bodyPr/>
          <a:lstStyle>
            <a:lvl1pPr marL="0" indent="0">
              <a:buNone/>
              <a:defRPr/>
            </a:lvl1pPr>
          </a:lstStyle>
          <a:p>
            <a:r>
              <a:rPr lang="en-US" noProof="0" dirty="0"/>
              <a:t>Click on symbol to add picture</a:t>
            </a:r>
          </a:p>
        </p:txBody>
      </p:sp>
      <p:sp>
        <p:nvSpPr>
          <p:cNvPr id="4" name="Picture Placeholder 1"/>
          <p:cNvSpPr>
            <a:spLocks noGrp="1"/>
          </p:cNvSpPr>
          <p:nvPr>
            <p:ph type="pic" sz="quarter" idx="14"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78065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4221ECB-122E-407B-9764-357AD2433556}"/>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3209F383-5AD8-4BEC-863A-2D72A7D3951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6" name="Picture Placeholder 3">
            <a:extLst>
              <a:ext uri="{FF2B5EF4-FFF2-40B4-BE49-F238E27FC236}">
                <a16:creationId xmlns:a16="http://schemas.microsoft.com/office/drawing/2014/main" id="{B7155D95-8CF2-4871-9E93-C5776EC6AEFD}"/>
              </a:ext>
            </a:extLst>
          </p:cNvPr>
          <p:cNvSpPr>
            <a:spLocks noGrp="1"/>
          </p:cNvSpPr>
          <p:nvPr>
            <p:ph type="pic" sz="quarter" idx="22"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5" name="Picture Placeholder 2">
            <a:extLst>
              <a:ext uri="{FF2B5EF4-FFF2-40B4-BE49-F238E27FC236}">
                <a16:creationId xmlns:a16="http://schemas.microsoft.com/office/drawing/2014/main" id="{6FFFBCA8-1957-4710-B7E3-26115B999CE2}"/>
              </a:ext>
            </a:extLst>
          </p:cNvPr>
          <p:cNvSpPr>
            <a:spLocks noGrp="1"/>
          </p:cNvSpPr>
          <p:nvPr>
            <p:ph type="pic" sz="quarter" idx="18"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a:extLst>
              <a:ext uri="{FF2B5EF4-FFF2-40B4-BE49-F238E27FC236}">
                <a16:creationId xmlns:a16="http://schemas.microsoft.com/office/drawing/2014/main" id="{E6E47F99-2029-4182-9703-E617B8F0F221}"/>
              </a:ext>
            </a:extLst>
          </p:cNvPr>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0"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73515597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E53EAF44-3DBF-4702-A59C-62B56C67E84C}"/>
              </a:ext>
            </a:extLst>
          </p:cNvPr>
          <p:cNvSpPr>
            <a:spLocks noGrp="1"/>
          </p:cNvSpPr>
          <p:nvPr>
            <p:ph type="ftr" sz="quarter" idx="15"/>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71EA1DDB-97CD-49FA-ADFD-D8BE9D94A264}"/>
              </a:ext>
            </a:extLst>
          </p:cNvPr>
          <p:cNvSpPr>
            <a:spLocks noGrp="1"/>
          </p:cNvSpPr>
          <p:nvPr>
            <p:ph type="sldNum" sz="quarter" idx="16"/>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68514394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3CF061-CE3B-477C-BF53-46C74855204B}"/>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4033E844-A321-496B-BCE0-305FF3755D7E}"/>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baseline="0"/>
            </a:lvl1pPr>
          </a:lstStyle>
          <a:p>
            <a:pPr lvl="0"/>
            <a:r>
              <a:rPr lang="en-US" noProof="0"/>
              <a:t>Click to edit text</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973679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A0D634CA-AF9C-4B0E-B84B-2BE960996021}"/>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C2FED48F-6577-44F0-BAAE-6D7A8C662C25}"/>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0" name="Picture Placeholder 1"/>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5"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9"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sz="1800" baseline="0"/>
            </a:lvl1pPr>
            <a:lvl2pPr marL="360362" indent="0">
              <a:buNone/>
              <a:defRPr/>
            </a:lvl2pPr>
          </a:lstStyle>
          <a:p>
            <a:pPr lvl="0"/>
            <a:r>
              <a:rPr lang="en-US" noProof="0" dirty="0"/>
              <a:t>Click to edit text </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38388449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82A5F8D-3649-45B4-8E98-726A38D577FF}"/>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F10BE100-9EF6-469D-B237-64DA3A3E339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1" name="Text Placeholder"/>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en-US" noProof="0"/>
              <a:t>Click here to edit source</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51164822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1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2" name="Footer Placeholder">
            <a:extLst>
              <a:ext uri="{FF2B5EF4-FFF2-40B4-BE49-F238E27FC236}">
                <a16:creationId xmlns:a16="http://schemas.microsoft.com/office/drawing/2014/main" id="{63CA297C-D9EC-49EA-B20C-E781D32F0224}"/>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BFB16F39-1614-43D4-8F87-1F37EB349457}"/>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5" name="Title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18577539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AF9FEAD5-3A95-43C7-B7DB-35A714945450}"/>
              </a:ext>
            </a:extLst>
          </p:cNvPr>
          <p:cNvSpPr>
            <a:spLocks noGrp="1"/>
          </p:cNvSpPr>
          <p:nvPr>
            <p:ph type="ftr" sz="quarter" idx="12"/>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2CCCD6F8-28B9-4BC0-A6CF-1354A6BBF0EA}"/>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Picture Placeholder 2"/>
          <p:cNvSpPr>
            <a:spLocks noGrp="1"/>
          </p:cNvSpPr>
          <p:nvPr>
            <p:ph type="pic" sz="quarter" idx="11"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5" name="Picture Placeholder 1"/>
          <p:cNvSpPr>
            <a:spLocks noGrp="1"/>
          </p:cNvSpPr>
          <p:nvPr>
            <p:ph type="pic" sz="quarter" idx="10" hasCustomPrompt="1"/>
          </p:nvPr>
        </p:nvSpPr>
        <p:spPr bwMode="gray">
          <a:xfrm>
            <a:off x="-72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45418357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9209FD55-FA07-444B-A15E-1DF999425FDD}"/>
              </a:ext>
            </a:extLst>
          </p:cNvPr>
          <p:cNvSpPr>
            <a:spLocks noGrp="1"/>
          </p:cNvSpPr>
          <p:nvPr>
            <p:ph type="ftr" sz="quarter" idx="14"/>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A3C92518-CBDC-4A28-AD37-4D9787D4DC5E}"/>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11" name="Picture Placeholder 4"/>
          <p:cNvSpPr>
            <a:spLocks noGrp="1"/>
          </p:cNvSpPr>
          <p:nvPr>
            <p:ph type="pic" sz="quarter" idx="13"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0" name="Picture Placeholder 3"/>
          <p:cNvSpPr>
            <a:spLocks noGrp="1"/>
          </p:cNvSpPr>
          <p:nvPr>
            <p:ph type="pic" sz="quarter" idx="12" hasCustomPrompt="1"/>
          </p:nvPr>
        </p:nvSpPr>
        <p:spPr bwMode="gray">
          <a:xfrm>
            <a:off x="-72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9" name="Picture Placeholder 2"/>
          <p:cNvSpPr>
            <a:spLocks noGrp="1"/>
          </p:cNvSpPr>
          <p:nvPr>
            <p:ph type="pic" sz="quarter" idx="11"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7" name="Picture Placeholder 1"/>
          <p:cNvSpPr>
            <a:spLocks noGrp="1"/>
          </p:cNvSpPr>
          <p:nvPr>
            <p:ph type="pic" sz="quarter" idx="10" hasCustomPrompt="1"/>
          </p:nvPr>
        </p:nvSpPr>
        <p:spPr bwMode="gray">
          <a:xfrm>
            <a:off x="-72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9181446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010A4CBC-CA71-4748-BD7B-CA5DBB0A480A}"/>
              </a:ext>
            </a:extLst>
          </p:cNvPr>
          <p:cNvSpPr>
            <a:spLocks noGrp="1"/>
          </p:cNvSpPr>
          <p:nvPr>
            <p:ph type="ftr" sz="quarter" idx="16"/>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B9452A79-03F3-4ADC-BA22-73980563DB6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6"/>
          <p:cNvSpPr>
            <a:spLocks noGrp="1"/>
          </p:cNvSpPr>
          <p:nvPr>
            <p:ph type="pic" sz="quarter" idx="15" hasCustomPrompt="1"/>
          </p:nvPr>
        </p:nvSpPr>
        <p:spPr bwMode="gray">
          <a:xfrm>
            <a:off x="81360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5"/>
          <p:cNvSpPr>
            <a:spLocks noGrp="1"/>
          </p:cNvSpPr>
          <p:nvPr>
            <p:ph type="pic" sz="quarter" idx="14" hasCustomPrompt="1"/>
          </p:nvPr>
        </p:nvSpPr>
        <p:spPr bwMode="gray">
          <a:xfrm>
            <a:off x="4063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4"/>
          <p:cNvSpPr>
            <a:spLocks noGrp="1"/>
          </p:cNvSpPr>
          <p:nvPr>
            <p:ph type="pic" sz="quarter" idx="13" hasCustomPrompt="1"/>
          </p:nvPr>
        </p:nvSpPr>
        <p:spPr bwMode="gray">
          <a:xfrm>
            <a:off x="-7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1" name="Picture Placeholder 3"/>
          <p:cNvSpPr>
            <a:spLocks noGrp="1"/>
          </p:cNvSpPr>
          <p:nvPr>
            <p:ph type="pic" sz="quarter" idx="12" hasCustomPrompt="1"/>
          </p:nvPr>
        </p:nvSpPr>
        <p:spPr bwMode="gray">
          <a:xfrm>
            <a:off x="81360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3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37136308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3B7F431F-6C16-4EAF-9D55-96329CEFBE38}"/>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BE701F0-2D10-4EB7-BFE4-BEEC39397E9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20" name="Picture Placeholder 9"/>
          <p:cNvSpPr>
            <a:spLocks noGrp="1"/>
          </p:cNvSpPr>
          <p:nvPr>
            <p:ph type="pic" sz="quarter" idx="18"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9" name="Picture Placeholder 8"/>
          <p:cNvSpPr>
            <a:spLocks noGrp="1"/>
          </p:cNvSpPr>
          <p:nvPr>
            <p:ph type="pic" sz="quarter" idx="17" hasCustomPrompt="1"/>
          </p:nvPr>
        </p:nvSpPr>
        <p:spPr bwMode="gray">
          <a:xfrm>
            <a:off x="40644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8" name="Picture Placeholder 7"/>
          <p:cNvSpPr>
            <a:spLocks noGrp="1"/>
          </p:cNvSpPr>
          <p:nvPr>
            <p:ph type="pic" sz="quarter" idx="16" hasCustomPrompt="1"/>
          </p:nvPr>
        </p:nvSpPr>
        <p:spPr bwMode="gray">
          <a:xfrm>
            <a:off x="-72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7" name="Picture Placeholder 6"/>
          <p:cNvSpPr>
            <a:spLocks noGrp="1"/>
          </p:cNvSpPr>
          <p:nvPr>
            <p:ph type="pic" sz="quarter" idx="15"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6" name="Picture Placeholder 5"/>
          <p:cNvSpPr>
            <a:spLocks noGrp="1"/>
          </p:cNvSpPr>
          <p:nvPr>
            <p:ph type="pic" sz="quarter" idx="14" hasCustomPrompt="1"/>
          </p:nvPr>
        </p:nvSpPr>
        <p:spPr bwMode="gray">
          <a:xfrm>
            <a:off x="4064400" y="3020400"/>
            <a:ext cx="4065600" cy="19224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5" name="Picture Placeholder 4"/>
          <p:cNvSpPr>
            <a:spLocks noGrp="1"/>
          </p:cNvSpPr>
          <p:nvPr>
            <p:ph type="pic" sz="quarter" idx="13" hasCustomPrompt="1"/>
          </p:nvPr>
        </p:nvSpPr>
        <p:spPr bwMode="gray">
          <a:xfrm>
            <a:off x="-72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4" name="Picture Placeholder 3"/>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3" name="Picture Placeholder 2"/>
          <p:cNvSpPr>
            <a:spLocks noGrp="1"/>
          </p:cNvSpPr>
          <p:nvPr>
            <p:ph type="pic" sz="quarter" idx="11" hasCustomPrompt="1"/>
          </p:nvPr>
        </p:nvSpPr>
        <p:spPr bwMode="gray">
          <a:xfrm>
            <a:off x="40644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93543800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dirty="0">
              <a:solidFill>
                <a:schemeClr val="bg1"/>
              </a:solidFill>
              <a:latin typeface="Arial" pitchFamily="34" charset="0"/>
              <a:cs typeface="Arial" pitchFamily="34" charset="0"/>
            </a:endParaRPr>
          </a:p>
        </p:txBody>
      </p:sp>
      <p:sp>
        <p:nvSpPr>
          <p:cNvPr id="4" name="Footer Placeholder">
            <a:extLst>
              <a:ext uri="{FF2B5EF4-FFF2-40B4-BE49-F238E27FC236}">
                <a16:creationId xmlns:a16="http://schemas.microsoft.com/office/drawing/2014/main" id="{22B7274A-E314-4ED9-80AF-92D22D8B8AB2}"/>
              </a:ext>
            </a:extLst>
          </p:cNvPr>
          <p:cNvSpPr>
            <a:spLocks noGrp="1"/>
          </p:cNvSpPr>
          <p:nvPr>
            <p:ph type="ftr" sz="quarter" idx="18"/>
          </p:nvPr>
        </p:nvSpPr>
        <p:spPr/>
        <p:txBody>
          <a:bodyPr/>
          <a:lstStyle/>
          <a:p>
            <a:r>
              <a:rPr lang="en-US" dirty="0"/>
              <a:t>Footer text</a:t>
            </a:r>
          </a:p>
        </p:txBody>
      </p:sp>
      <p:sp>
        <p:nvSpPr>
          <p:cNvPr id="5" name="Slide Number Placeholder">
            <a:extLst>
              <a:ext uri="{FF2B5EF4-FFF2-40B4-BE49-F238E27FC236}">
                <a16:creationId xmlns:a16="http://schemas.microsoft.com/office/drawing/2014/main" id="{BC03AE38-4298-4D83-888D-DAB5D4938648}"/>
              </a:ext>
            </a:extLst>
          </p:cNvPr>
          <p:cNvSpPr>
            <a:spLocks noGrp="1"/>
          </p:cNvSpPr>
          <p:nvPr>
            <p:ph type="sldNum" sz="quarter" idx="19"/>
          </p:nvPr>
        </p:nvSpPr>
        <p:spPr/>
        <p:txBody>
          <a:bodyPr/>
          <a:lstStyle/>
          <a:p>
            <a:fld id="{A930EF64-91C9-4EBD-82F9-3643AB15A28C}" type="slidenum">
              <a:rPr lang="en-US" smtClean="0"/>
              <a:pPr/>
              <a:t>‹#›</a:t>
            </a:fld>
            <a:endParaRPr lang="en-US" dirty="0"/>
          </a:p>
        </p:txBody>
      </p:sp>
      <p:sp>
        <p:nvSpPr>
          <p:cNvPr id="3"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r>
              <a:rPr lang="en-US" noProof="0" dirty="0"/>
              <a:t>Click on symbol to add v</a:t>
            </a:r>
            <a:r>
              <a:rPr lang="en-US" dirty="0" err="1"/>
              <a:t>ideo</a:t>
            </a:r>
            <a:r>
              <a:rPr lang="en-US" dirty="0"/>
              <a:t> in 16:9 </a:t>
            </a:r>
            <a:r>
              <a:rPr lang="en-US" dirty="0" err="1"/>
              <a:t>format</a:t>
            </a:r>
            <a:endParaRPr lang="en-US" dirty="0"/>
          </a:p>
        </p:txBody>
      </p:sp>
    </p:spTree>
    <p:extLst>
      <p:ext uri="{BB962C8B-B14F-4D97-AF65-F5344CB8AC3E}">
        <p14:creationId xmlns:p14="http://schemas.microsoft.com/office/powerpoint/2010/main" val="2105187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6D1787AB-6D34-4497-8839-CEB0A1A22779}"/>
              </a:ext>
            </a:extLst>
          </p:cNvPr>
          <p:cNvSpPr>
            <a:spLocks noGrp="1"/>
          </p:cNvSpPr>
          <p:nvPr>
            <p:ph type="ftr" sz="quarter" idx="14"/>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A3BAD292-9C8A-4178-A096-3F282FE0B149}"/>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panose="05000000000000000000" pitchFamily="2" charset="2"/>
              <a:buNone/>
              <a:defRPr/>
            </a:lvl1pPr>
          </a:lstStyle>
          <a:p>
            <a:r>
              <a:rPr lang="en-US" noProof="0"/>
              <a:t>Click on symbol to add diagram/chart</a:t>
            </a:r>
          </a:p>
        </p:txBody>
      </p:sp>
      <p:sp>
        <p:nvSpPr>
          <p:cNvPr id="2" name="Title">
            <a:extLst>
              <a:ext uri="{FF2B5EF4-FFF2-40B4-BE49-F238E27FC236}">
                <a16:creationId xmlns:a16="http://schemas.microsoft.com/office/drawing/2014/main" id="{4875A038-76B6-4E5E-9461-7B75B0E9323F}"/>
              </a:ext>
            </a:extLst>
          </p:cNvPr>
          <p:cNvSpPr>
            <a:spLocks noGrp="1"/>
          </p:cNvSpPr>
          <p:nvPr>
            <p:ph type="title" hasCustomPrompt="1"/>
          </p:nvPr>
        </p:nvSpPr>
        <p:spPr/>
        <p:txBody>
          <a:bodyPr/>
          <a:lstStyle>
            <a:lvl1pPr>
              <a:defRPr/>
            </a:lvl1pPr>
          </a:lstStyle>
          <a:p>
            <a:r>
              <a:rPr lang="en-US" noProof="0"/>
              <a:t>Click to add title</a:t>
            </a:r>
          </a:p>
        </p:txBody>
      </p:sp>
    </p:spTree>
    <p:extLst>
      <p:ext uri="{BB962C8B-B14F-4D97-AF65-F5344CB8AC3E}">
        <p14:creationId xmlns:p14="http://schemas.microsoft.com/office/powerpoint/2010/main" val="318857549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40FB082D-0528-4AB0-982F-BB0D654F93F6}"/>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263F52BA-04FF-44FB-AFBA-C472EAF2E03C}"/>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5" name="Table Placeholder">
            <a:extLst>
              <a:ext uri="{FF2B5EF4-FFF2-40B4-BE49-F238E27FC236}">
                <a16:creationId xmlns:a16="http://schemas.microsoft.com/office/drawing/2014/main" id="{67524011-23C3-4303-A154-1A435121F38C}"/>
              </a:ext>
            </a:extLst>
          </p:cNvPr>
          <p:cNvSpPr>
            <a:spLocks noGrp="1"/>
          </p:cNvSpPr>
          <p:nvPr>
            <p:ph type="tbl" sz="quarter" idx="16" hasCustomPrompt="1"/>
          </p:nvPr>
        </p:nvSpPr>
        <p:spPr>
          <a:xfrm>
            <a:off x="0" y="1108800"/>
            <a:ext cx="12200400" cy="5752800"/>
          </a:xfrm>
        </p:spPr>
        <p:txBody>
          <a:bodyPr/>
          <a:lstStyle>
            <a:lvl1pPr marL="0" indent="0">
              <a:buNone/>
              <a:defRPr/>
            </a:lvl1pPr>
          </a:lstStyle>
          <a:p>
            <a:r>
              <a:rPr lang="en-US" noProof="0"/>
              <a:t>Click on symbol to add table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67222478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marL="0" lvl="0"/>
            <a:r>
              <a:rPr lang="en-US" noProof="0"/>
              <a:t>Click to add title</a:t>
            </a:r>
          </a:p>
        </p:txBody>
      </p:sp>
    </p:spTree>
    <p:extLst>
      <p:ext uri="{BB962C8B-B14F-4D97-AF65-F5344CB8AC3E}">
        <p14:creationId xmlns:p14="http://schemas.microsoft.com/office/powerpoint/2010/main" val="127678650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0FABAA2E-4E9A-4460-887B-63388ECCD83C}"/>
              </a:ext>
            </a:extLst>
          </p:cNvPr>
          <p:cNvSpPr>
            <a:spLocks noGrp="1"/>
          </p:cNvSpPr>
          <p:nvPr>
            <p:ph type="ftr" sz="quarter" idx="12"/>
          </p:nvPr>
        </p:nvSpPr>
        <p:spPr/>
        <p:txBody>
          <a:bodyPr/>
          <a:lstStyle/>
          <a:p>
            <a:r>
              <a:rPr lang="en-US" noProof="0" dirty="0"/>
              <a:t>Footer text</a:t>
            </a:r>
          </a:p>
        </p:txBody>
      </p:sp>
      <p:sp>
        <p:nvSpPr>
          <p:cNvPr id="3" name="Slide Number Placeholder">
            <a:extLst>
              <a:ext uri="{FF2B5EF4-FFF2-40B4-BE49-F238E27FC236}">
                <a16:creationId xmlns:a16="http://schemas.microsoft.com/office/drawing/2014/main" id="{5272A250-950F-4B10-8016-B1DD44A8958C}"/>
              </a:ext>
            </a:extLst>
          </p:cNvPr>
          <p:cNvSpPr>
            <a:spLocks noGrp="1"/>
          </p:cNvSpPr>
          <p:nvPr>
            <p:ph type="sldNum" sz="quarter" idx="13"/>
          </p:nvPr>
        </p:nvSpPr>
        <p:spPr/>
        <p:txBody>
          <a:bodyPr/>
          <a:lstStyle/>
          <a:p>
            <a:fld id="{A930EF64-91C9-4EBD-82F9-3643AB15A28C}" type="slidenum">
              <a:rPr lang="en-US" noProof="0" smtClean="0"/>
              <a:pPr/>
              <a:t>‹#›</a:t>
            </a:fld>
            <a:endParaRPr lang="en-US" noProof="0" dirty="0"/>
          </a:p>
        </p:txBody>
      </p:sp>
      <p:sp>
        <p:nvSpPr>
          <p:cNvPr id="7" name="Legal Notes"/>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GmbH &amp; Co. KG</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2" name="Date Placeholder"/>
          <p:cNvSpPr>
            <a:spLocks noGrp="1"/>
          </p:cNvSpPr>
          <p:nvPr>
            <p:ph type="body" sz="quarter" idx="11" hasCustomPrompt="1"/>
          </p:nvPr>
        </p:nvSpPr>
        <p:spPr>
          <a:xfrm>
            <a:off x="3255495"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en-US" sz="1600" noProof="0" dirty="0"/>
              <a:t>Phone:	+49 5246 963-0  </a:t>
            </a:r>
          </a:p>
          <a:p>
            <a:pPr>
              <a:buFont typeface="Wingdings" panose="05000000000000000000" pitchFamily="2" charset="2"/>
              <a:buNone/>
            </a:pPr>
            <a:r>
              <a:rPr lang="en-US" altLang="en-US" sz="1600" noProof="0" dirty="0"/>
              <a:t>E-mail:	info@beckhoff.com </a:t>
            </a:r>
          </a:p>
          <a:p>
            <a:pPr>
              <a:buFont typeface="Wingdings" panose="05000000000000000000" pitchFamily="2" charset="2"/>
              <a:buNone/>
            </a:pPr>
            <a:r>
              <a:rPr lang="en-US" altLang="en-US" sz="1600" noProof="0" dirty="0"/>
              <a:t>Web:	www.beckhoff.com </a:t>
            </a:r>
            <a:r>
              <a:rPr lang="en-US" altLang="en-US" sz="1600" b="1" noProof="0" dirty="0"/>
              <a:t> </a:t>
            </a:r>
          </a:p>
        </p:txBody>
      </p:sp>
      <p:sp>
        <p:nvSpPr>
          <p:cNvPr id="9" name="Address"/>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en-US" sz="1600" noProof="0" dirty="0"/>
              <a:t>Beckhoff Automation GmbH &amp; Co. KG </a:t>
            </a:r>
            <a:br>
              <a:rPr lang="en-US" altLang="en-US" sz="1600" noProof="0" dirty="0"/>
            </a:br>
            <a:r>
              <a:rPr lang="en-US" altLang="en-US" sz="1600" b="0" noProof="0" dirty="0"/>
              <a:t>Headquarters </a:t>
            </a:r>
            <a:br>
              <a:rPr lang="en-US" altLang="en-US" sz="1600" b="0" noProof="0" dirty="0"/>
            </a:br>
            <a:r>
              <a:rPr lang="en-US" altLang="en-US" sz="1600" b="0" noProof="0" dirty="0"/>
              <a:t>Huelshorstweg 20 </a:t>
            </a:r>
            <a:br>
              <a:rPr lang="en-US" altLang="en-US" sz="1600" b="0" noProof="0" dirty="0"/>
            </a:br>
            <a:r>
              <a:rPr lang="en-US" altLang="en-US" sz="1600" b="0" noProof="0" dirty="0"/>
              <a:t>33415 Verl </a:t>
            </a:r>
            <a:br>
              <a:rPr lang="en-US" altLang="en-US" sz="1600" b="0" noProof="0" dirty="0"/>
            </a:br>
            <a:r>
              <a:rPr lang="en-US" altLang="en-US" sz="1600" b="0" noProof="0" dirty="0"/>
              <a:t>Germany </a:t>
            </a:r>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defPPr>
              <a:defRPr lang="en-US"/>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dirty="0"/>
              <a:t>Contact</a:t>
            </a:r>
          </a:p>
        </p:txBody>
      </p:sp>
    </p:spTree>
    <p:extLst>
      <p:ext uri="{BB962C8B-B14F-4D97-AF65-F5344CB8AC3E}">
        <p14:creationId xmlns:p14="http://schemas.microsoft.com/office/powerpoint/2010/main" val="385105683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001989"/>
            <a:ext cx="1013760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de-DE" sz="1200" noProof="0" dirty="0">
                <a:latin typeface="+mj-lt"/>
              </a:rPr>
              <a:t>© Beckhoff Automation GmbH &amp; Co. KG</a:t>
            </a:r>
          </a:p>
          <a:p>
            <a:endParaRPr lang="de-DE" altLang="de-DE" sz="1200" noProof="0" dirty="0">
              <a:latin typeface="+mj-lt"/>
            </a:endParaRPr>
          </a:p>
          <a:p>
            <a:pPr>
              <a:buFont typeface="Wingdings" panose="05000000000000000000" pitchFamily="2" charset="2"/>
              <a:buNone/>
            </a:pPr>
            <a:r>
              <a:rPr lang="de-DE" altLang="de-DE" sz="1200" noProof="0" dirty="0">
                <a:latin typeface="+mj-lt"/>
              </a:rPr>
              <a:t>Alle Bilder sind urheberrechtlich geschützt. Die Weitergabe und Nutzung durch Dritte ist nicht gestattet.</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sz="1200" b="0" i="0" dirty="0">
                <a:solidFill>
                  <a:srgbClr val="111111"/>
                </a:solidFill>
                <a:effectLst/>
                <a:latin typeface="+mj-lt"/>
              </a:rPr>
              <a:t>Beckhoff</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TwinCAT</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TwinCAT</a:t>
            </a:r>
            <a:r>
              <a:rPr lang="de-DE" sz="1200" b="0" i="0" dirty="0">
                <a:solidFill>
                  <a:srgbClr val="111111"/>
                </a:solidFill>
                <a:effectLst/>
                <a:latin typeface="+mj-lt"/>
              </a:rPr>
              <a:t>/BSD</a:t>
            </a:r>
            <a:r>
              <a:rPr lang="de-DE" sz="1200" b="0" i="0" baseline="30000" dirty="0">
                <a:solidFill>
                  <a:srgbClr val="111111"/>
                </a:solidFill>
                <a:effectLst/>
                <a:latin typeface="+mj-lt"/>
              </a:rPr>
              <a:t>®</a:t>
            </a:r>
            <a:r>
              <a:rPr lang="de-DE" sz="1200" b="0" i="0" dirty="0">
                <a:solidFill>
                  <a:srgbClr val="111111"/>
                </a:solidFill>
                <a:effectLst/>
                <a:latin typeface="+mj-lt"/>
              </a:rPr>
              <a:t>, TC/BSD</a:t>
            </a:r>
            <a:r>
              <a:rPr lang="de-DE" sz="1200" b="0" i="0" baseline="30000" dirty="0">
                <a:solidFill>
                  <a:srgbClr val="111111"/>
                </a:solidFill>
                <a:effectLst/>
                <a:latin typeface="+mj-lt"/>
              </a:rPr>
              <a:t>®</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EtherCAT G</a:t>
            </a:r>
            <a:r>
              <a:rPr lang="de-DE" sz="1200" b="0" i="0" baseline="30000" dirty="0">
                <a:solidFill>
                  <a:srgbClr val="111111"/>
                </a:solidFill>
                <a:effectLst/>
                <a:latin typeface="+mj-lt"/>
              </a:rPr>
              <a:t>®</a:t>
            </a:r>
            <a:r>
              <a:rPr lang="de-DE" sz="1200" b="0" i="0" dirty="0">
                <a:solidFill>
                  <a:srgbClr val="111111"/>
                </a:solidFill>
                <a:effectLst/>
                <a:latin typeface="+mj-lt"/>
              </a:rPr>
              <a:t>, EtherCAT G10</a:t>
            </a:r>
            <a:r>
              <a:rPr lang="de-DE" sz="1200" b="0" i="0" baseline="30000" dirty="0">
                <a:solidFill>
                  <a:srgbClr val="111111"/>
                </a:solidFill>
                <a:effectLst/>
                <a:latin typeface="+mj-lt"/>
              </a:rPr>
              <a:t>®</a:t>
            </a:r>
            <a:r>
              <a:rPr lang="de-DE" sz="1200" b="0" i="0" dirty="0">
                <a:solidFill>
                  <a:srgbClr val="111111"/>
                </a:solidFill>
                <a:effectLst/>
                <a:latin typeface="+mj-lt"/>
              </a:rPr>
              <a:t>, EtherCAT P</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Safety</a:t>
            </a:r>
            <a:r>
              <a:rPr lang="de-DE" sz="1200" b="0" i="0" dirty="0">
                <a:solidFill>
                  <a:srgbClr val="111111"/>
                </a:solidFill>
                <a:effectLst/>
                <a:latin typeface="+mj-lt"/>
              </a:rPr>
              <a:t> </a:t>
            </a:r>
            <a:r>
              <a:rPr lang="de-DE" sz="1200" b="0" i="0" dirty="0" err="1">
                <a:solidFill>
                  <a:srgbClr val="111111"/>
                </a:solidFill>
                <a:effectLst/>
                <a:latin typeface="+mj-lt"/>
              </a:rPr>
              <a:t>over</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TwinSAFE</a:t>
            </a:r>
            <a:r>
              <a:rPr lang="de-DE" sz="1200" b="0" i="0" baseline="30000" dirty="0">
                <a:solidFill>
                  <a:srgbClr val="111111"/>
                </a:solidFill>
                <a:effectLst/>
                <a:latin typeface="+mj-lt"/>
              </a:rPr>
              <a:t>®</a:t>
            </a:r>
            <a:r>
              <a:rPr lang="de-DE" sz="1200" b="0" i="0" dirty="0">
                <a:solidFill>
                  <a:srgbClr val="111111"/>
                </a:solidFill>
                <a:effectLst/>
                <a:latin typeface="+mj-lt"/>
              </a:rPr>
              <a:t>, XFC</a:t>
            </a:r>
            <a:r>
              <a:rPr lang="de-DE" sz="1200" b="0" i="0" baseline="30000" dirty="0">
                <a:solidFill>
                  <a:srgbClr val="111111"/>
                </a:solidFill>
                <a:effectLst/>
                <a:latin typeface="+mj-lt"/>
              </a:rPr>
              <a:t>®</a:t>
            </a:r>
            <a:r>
              <a:rPr lang="de-DE" sz="1200" b="0" i="0" dirty="0">
                <a:solidFill>
                  <a:srgbClr val="111111"/>
                </a:solidFill>
                <a:effectLst/>
                <a:latin typeface="+mj-lt"/>
              </a:rPr>
              <a:t>, XTS</a:t>
            </a:r>
            <a:r>
              <a:rPr lang="de-DE" sz="1200" b="0" i="0" baseline="30000" dirty="0">
                <a:solidFill>
                  <a:srgbClr val="111111"/>
                </a:solidFill>
                <a:effectLst/>
                <a:latin typeface="+mj-lt"/>
              </a:rPr>
              <a:t>®</a:t>
            </a:r>
            <a:r>
              <a:rPr lang="de-DE" sz="1200" b="0" i="0" dirty="0">
                <a:solidFill>
                  <a:srgbClr val="111111"/>
                </a:solidFill>
                <a:effectLst/>
                <a:latin typeface="+mj-lt"/>
              </a:rPr>
              <a:t> und </a:t>
            </a:r>
            <a:r>
              <a:rPr lang="de-DE" sz="1200" b="0" i="0" dirty="0" err="1">
                <a:solidFill>
                  <a:srgbClr val="111111"/>
                </a:solidFill>
                <a:effectLst/>
                <a:latin typeface="+mj-lt"/>
              </a:rPr>
              <a:t>XPlanar</a:t>
            </a:r>
            <a:r>
              <a:rPr lang="de-DE" sz="1200" b="0" i="0" baseline="30000" dirty="0">
                <a:solidFill>
                  <a:srgbClr val="111111"/>
                </a:solidFill>
                <a:effectLst/>
                <a:latin typeface="+mj-lt"/>
              </a:rPr>
              <a:t>®</a:t>
            </a:r>
            <a:r>
              <a:rPr lang="de-DE" sz="1200" b="0" i="0" dirty="0">
                <a:solidFill>
                  <a:srgbClr val="111111"/>
                </a:solidFill>
                <a:effectLst/>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altLang="de-DE" sz="1200" noProof="0" dirty="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8" name="Date Placeholder"/>
          <p:cNvSpPr>
            <a:spLocks noGrp="1"/>
          </p:cNvSpPr>
          <p:nvPr>
            <p:ph type="body" sz="quarter" idx="11" hasCustomPrompt="1"/>
          </p:nvPr>
        </p:nvSpPr>
        <p:spPr>
          <a:xfrm>
            <a:off x="3255495" y="4022394"/>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noProof="0" dirty="0"/>
              <a:t>Telefon:	+49 5246 963-0  </a:t>
            </a:r>
          </a:p>
          <a:p>
            <a:pPr>
              <a:buFont typeface="Wingdings" panose="05000000000000000000" pitchFamily="2" charset="2"/>
              <a:buNone/>
            </a:pPr>
            <a:r>
              <a:rPr lang="de-DE" altLang="de-DE" sz="1600" noProof="0" dirty="0"/>
              <a:t>E-Mail:	info@beckhoff.de</a:t>
            </a:r>
          </a:p>
          <a:p>
            <a:pPr>
              <a:buFont typeface="Wingdings" panose="05000000000000000000" pitchFamily="2" charset="2"/>
              <a:buNone/>
            </a:pPr>
            <a:r>
              <a:rPr lang="de-DE" altLang="de-DE" sz="1600" noProof="0" dirty="0"/>
              <a:t>Web:	www.beckhoff.de</a:t>
            </a:r>
            <a:r>
              <a:rPr lang="de-DE" altLang="de-DE" sz="1600" b="1" noProof="0" dirty="0"/>
              <a:t> </a:t>
            </a:r>
          </a:p>
        </p:txBody>
      </p:sp>
      <p:sp>
        <p:nvSpPr>
          <p:cNvPr id="9" name="Address"/>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de-DE" altLang="de-DE" sz="1600" noProof="0" dirty="0"/>
              <a:t>Beckhoff Automation GmbH &amp; Co. KG </a:t>
            </a:r>
            <a:br>
              <a:rPr lang="de-DE" altLang="de-DE" sz="1600" noProof="0" dirty="0"/>
            </a:br>
            <a:r>
              <a:rPr lang="de-DE" altLang="de-DE" sz="1600" b="0" noProof="0" dirty="0">
                <a:solidFill>
                  <a:srgbClr val="000000"/>
                </a:solidFill>
                <a:latin typeface="Arial"/>
                <a:cs typeface="+mn-cs"/>
              </a:rPr>
              <a:t>Unternehmenszentrale</a:t>
            </a:r>
          </a:p>
          <a:p>
            <a:pPr marL="0" lvl="0" indent="0">
              <a:spcBef>
                <a:spcPts val="0"/>
              </a:spcBef>
              <a:buNone/>
            </a:pPr>
            <a:r>
              <a:rPr lang="de-DE" altLang="de-DE" sz="1600" b="0" noProof="0" dirty="0">
                <a:solidFill>
                  <a:srgbClr val="000000"/>
                </a:solidFill>
                <a:latin typeface="Arial"/>
                <a:cs typeface="+mn-cs"/>
              </a:rPr>
              <a:t>Hülshorstweg 20</a:t>
            </a:r>
          </a:p>
          <a:p>
            <a:pPr marL="0" lvl="0" indent="0">
              <a:spcBef>
                <a:spcPts val="0"/>
              </a:spcBef>
              <a:buNone/>
            </a:pPr>
            <a:r>
              <a:rPr lang="de-DE" altLang="de-DE" sz="1600" b="0" noProof="0" dirty="0">
                <a:solidFill>
                  <a:srgbClr val="000000"/>
                </a:solidFill>
                <a:latin typeface="Arial"/>
                <a:cs typeface="+mn-cs"/>
              </a:rPr>
              <a:t>33415 Verl</a:t>
            </a:r>
          </a:p>
          <a:p>
            <a:pPr marL="0" lvl="0" indent="0">
              <a:spcBef>
                <a:spcPts val="0"/>
              </a:spcBef>
              <a:buNone/>
            </a:pPr>
            <a:r>
              <a:rPr lang="de-DE" altLang="de-DE" sz="1600" b="0" noProof="0" dirty="0">
                <a:solidFill>
                  <a:srgbClr val="000000"/>
                </a:solidFill>
                <a:latin typeface="Arial"/>
                <a:cs typeface="+mn-cs"/>
              </a:rPr>
              <a:t>Deutschland</a:t>
            </a:r>
          </a:p>
          <a:p>
            <a:pPr lvl="0"/>
            <a:endParaRPr lang="de-DE" altLang="de-DE" sz="1600" b="0" noProof="0" dirty="0"/>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noProof="0" dirty="0"/>
              <a:t>Kontakt </a:t>
            </a:r>
          </a:p>
        </p:txBody>
      </p:sp>
    </p:spTree>
    <p:extLst>
      <p:ext uri="{BB962C8B-B14F-4D97-AF65-F5344CB8AC3E}">
        <p14:creationId xmlns:p14="http://schemas.microsoft.com/office/powerpoint/2010/main" val="338592281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act – Country-specific">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13" name="Legal Notes">
            <a:extLst>
              <a:ext uri="{FF2B5EF4-FFF2-40B4-BE49-F238E27FC236}">
                <a16:creationId xmlns:a16="http://schemas.microsoft.com/office/drawing/2014/main" id="{FB0F8624-008F-47A1-8364-BC96B920ADA6}"/>
              </a:ext>
            </a:extLst>
          </p:cNvPr>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4" name="Date Placeholder">
            <a:extLst>
              <a:ext uri="{FF2B5EF4-FFF2-40B4-BE49-F238E27FC236}">
                <a16:creationId xmlns:a16="http://schemas.microsoft.com/office/drawing/2014/main" id="{D58367F0-49D0-49AE-B9D1-CF63427C3E5A}"/>
              </a:ext>
            </a:extLst>
          </p:cNvPr>
          <p:cNvSpPr>
            <a:spLocks noGrp="1"/>
          </p:cNvSpPr>
          <p:nvPr>
            <p:ph type="body" sz="quarter" idx="11" hasCustomPrompt="1"/>
          </p:nvPr>
        </p:nvSpPr>
        <p:spPr>
          <a:xfrm>
            <a:off x="2040500"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27" name="Phone, Mail, Web Placeholder">
            <a:extLst>
              <a:ext uri="{FF2B5EF4-FFF2-40B4-BE49-F238E27FC236}">
                <a16:creationId xmlns:a16="http://schemas.microsoft.com/office/drawing/2014/main" id="{CD68DB35-B7DC-45D7-8D3B-4237236AEDB1}"/>
              </a:ext>
            </a:extLst>
          </p:cNvPr>
          <p:cNvSpPr>
            <a:spLocks noGrp="1"/>
          </p:cNvSpPr>
          <p:nvPr>
            <p:ph type="body" sz="quarter" idx="16" hasCustomPrompt="1"/>
          </p:nvPr>
        </p:nvSpPr>
        <p:spPr>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r>
              <a:rPr lang="en-US" noProof="0"/>
              <a:t>Phone:    … </a:t>
            </a:r>
            <a:br>
              <a:rPr lang="en-US" noProof="0"/>
            </a:br>
            <a:r>
              <a:rPr lang="en-US" noProof="0"/>
              <a:t>E-mail:    …</a:t>
            </a:r>
            <a:br>
              <a:rPr lang="en-US" noProof="0"/>
            </a:br>
            <a:r>
              <a:rPr lang="en-US" noProof="0"/>
              <a:t>Web:       …</a:t>
            </a:r>
          </a:p>
        </p:txBody>
      </p:sp>
      <p:sp>
        <p:nvSpPr>
          <p:cNvPr id="12" name="Address Placeholder">
            <a:extLst>
              <a:ext uri="{FF2B5EF4-FFF2-40B4-BE49-F238E27FC236}">
                <a16:creationId xmlns:a16="http://schemas.microsoft.com/office/drawing/2014/main" id="{1BE23ED5-17AC-4930-BA35-81B604872F42}"/>
              </a:ext>
            </a:extLst>
          </p:cNvPr>
          <p:cNvSpPr>
            <a:spLocks noGrp="1"/>
          </p:cNvSpPr>
          <p:nvPr>
            <p:ph type="body" sz="quarter" idx="14" hasCustomPrompt="1"/>
          </p:nvPr>
        </p:nvSpPr>
        <p:spPr>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r>
              <a:rPr lang="en-US" noProof="0"/>
              <a:t>Subsidiary name </a:t>
            </a:r>
            <a:br>
              <a:rPr lang="en-US" noProof="0"/>
            </a:br>
            <a:r>
              <a:rPr lang="en-US" noProof="0"/>
              <a:t>and address details </a:t>
            </a:r>
          </a:p>
        </p:txBody>
      </p:sp>
      <p:sp>
        <p:nvSpPr>
          <p:cNvPr id="5" name="Title">
            <a:extLst>
              <a:ext uri="{FF2B5EF4-FFF2-40B4-BE49-F238E27FC236}">
                <a16:creationId xmlns:a16="http://schemas.microsoft.com/office/drawing/2014/main" id="{19FC4D1F-B4C7-47E6-B598-C1C778E645C7}"/>
              </a:ext>
            </a:extLst>
          </p:cNvPr>
          <p:cNvSpPr>
            <a:spLocks noGrp="1"/>
          </p:cNvSpPr>
          <p:nvPr>
            <p:ph type="title" hasCustomPrompt="1"/>
          </p:nvPr>
        </p:nvSpPr>
        <p:spPr/>
        <p:txBody>
          <a:bodyPr/>
          <a:lstStyle>
            <a:lvl1pPr>
              <a:defRPr/>
            </a:lvl1pPr>
          </a:lstStyle>
          <a:p>
            <a:r>
              <a:rPr lang="en-US" dirty="0"/>
              <a:t>Click to add title</a:t>
            </a:r>
          </a:p>
        </p:txBody>
      </p:sp>
    </p:spTree>
    <p:extLst>
      <p:ext uri="{BB962C8B-B14F-4D97-AF65-F5344CB8AC3E}">
        <p14:creationId xmlns:p14="http://schemas.microsoft.com/office/powerpoint/2010/main" val="32207065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4"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White"/>
            <p:cNvSpPr/>
            <p:nvPr userDrawn="1"/>
          </p:nvSpPr>
          <p:spPr bwMode="ltGray">
            <a:xfrm>
              <a:off x="1" y="1086504"/>
              <a:ext cx="9143999" cy="577579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noProof="0">
                <a:solidFill>
                  <a:schemeClr val="bg1"/>
                </a:solidFill>
                <a:latin typeface="Arial" pitchFamily="34" charset="0"/>
                <a:cs typeface="Arial" pitchFamily="34" charset="0"/>
              </a:endParaRPr>
            </a:p>
          </p:txBody>
        </p:sp>
      </p:grpSp>
      <p:sp>
        <p:nvSpPr>
          <p:cNvPr id="1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pitchFamily="34" charset="0"/>
                <a:cs typeface="Arial" pitchFamily="34" charset="0"/>
              </a:defRPr>
            </a:lvl1pPr>
          </a:lstStyle>
          <a:p>
            <a:r>
              <a:rPr lang="en-US" noProof="0"/>
              <a:t>Footer text</a:t>
            </a:r>
          </a:p>
        </p:txBody>
      </p:sp>
      <p:sp>
        <p:nvSpPr>
          <p:cNvPr id="20"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pitchFamily="34" charset="0"/>
                <a:cs typeface="Arial" pitchFamily="34" charset="0"/>
              </a:defRPr>
            </a:lvl1pPr>
          </a:lstStyle>
          <a:p>
            <a:fld id="{A930EF64-91C9-4EBD-82F9-3643AB15A28C}" type="slidenum">
              <a:rPr lang="en-US" noProof="0" smtClean="0"/>
              <a:pPr/>
              <a:t>‹#›</a:t>
            </a:fld>
            <a:endParaRPr lang="en-US" noProof="0"/>
          </a:p>
        </p:txBody>
      </p:sp>
      <p:sp>
        <p:nvSpPr>
          <p:cNvPr id="18"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dirty="0"/>
              <a:t>Click to add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2" name="Title"/>
          <p:cNvSpPr>
            <a:spLocks noGrp="1"/>
          </p:cNvSpPr>
          <p:nvPr>
            <p:ph type="title"/>
          </p:nvPr>
        </p:nvSpPr>
        <p:spPr bwMode="white">
          <a:xfrm>
            <a:off x="-1" y="450787"/>
            <a:ext cx="10137600" cy="629367"/>
          </a:xfrm>
          <a:prstGeom prst="rect">
            <a:avLst/>
          </a:prstGeom>
        </p:spPr>
        <p:txBody>
          <a:bodyPr vert="horz" wrap="square" lIns="450000" tIns="144000" rIns="90000" bIns="144000" rtlCol="0" anchor="b" anchorCtr="0">
            <a:spAutoFit/>
          </a:bodyPr>
          <a:lstStyle/>
          <a:p>
            <a:r>
              <a:rPr lang="en-US" noProof="0"/>
              <a:t>Click to add title</a:t>
            </a:r>
          </a:p>
        </p:txBody>
      </p:sp>
      <p:pic>
        <p:nvPicPr>
          <p:cNvPr id="10" name="Logo"/>
          <p:cNvPicPr>
            <a:picLocks noChangeAspect="1"/>
          </p:cNvPicPr>
          <p:nvPr userDrawn="1"/>
        </p:nvPicPr>
        <p:blipFill>
          <a:blip r:embed="rId30">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980308538"/>
      </p:ext>
    </p:extLst>
  </p:cSld>
  <p:clrMap bg1="lt1" tx1="dk1" bg2="lt2" tx2="dk2" accent1="accent1" accent2="accent2" accent3="accent3" accent4="accent4" accent5="accent5" accent6="accent6" hlink="hlink" folHlink="folHlink"/>
  <p:sldLayoutIdLst>
    <p:sldLayoutId id="2147483736" r:id="rId1"/>
    <p:sldLayoutId id="2147483796" r:id="rId2"/>
    <p:sldLayoutId id="2147483795" r:id="rId3"/>
    <p:sldLayoutId id="2147483828" r:id="rId4"/>
    <p:sldLayoutId id="2147483798" r:id="rId5"/>
    <p:sldLayoutId id="2147483713" r:id="rId6"/>
    <p:sldLayoutId id="2147483714" r:id="rId7"/>
    <p:sldLayoutId id="2147483717" r:id="rId8"/>
    <p:sldLayoutId id="2147483800" r:id="rId9"/>
    <p:sldLayoutId id="2147483715" r:id="rId10"/>
    <p:sldLayoutId id="2147483716" r:id="rId11"/>
    <p:sldLayoutId id="2147483720" r:id="rId12"/>
    <p:sldLayoutId id="2147483813" r:id="rId13"/>
    <p:sldLayoutId id="2147483814" r:id="rId14"/>
    <p:sldLayoutId id="2147483825" r:id="rId15"/>
    <p:sldLayoutId id="2147483816" r:id="rId16"/>
    <p:sldLayoutId id="2147483815" r:id="rId17"/>
    <p:sldLayoutId id="2147483820" r:id="rId18"/>
    <p:sldLayoutId id="2147483821" r:id="rId19"/>
    <p:sldLayoutId id="2147483822" r:id="rId20"/>
    <p:sldLayoutId id="2147483819" r:id="rId21"/>
    <p:sldLayoutId id="2147483817" r:id="rId22"/>
    <p:sldLayoutId id="2147483818" r:id="rId23"/>
    <p:sldLayoutId id="2147483829" r:id="rId24"/>
    <p:sldLayoutId id="2147483824" r:id="rId25"/>
    <p:sldLayoutId id="2147483826" r:id="rId26"/>
    <p:sldLayoutId id="2147483827" r:id="rId27"/>
    <p:sldLayoutId id="2147483830" r:id="rId28"/>
  </p:sldLayoutIdLst>
  <p:hf sldNum="0" hdr="0" ftr="0" dt="0"/>
  <p:txStyles>
    <p:titleStyle>
      <a:lvl1pPr algn="l" defTabSz="914400" rtl="0" eaLnBrk="1" latinLnBrk="0" hangingPunct="1">
        <a:spcBef>
          <a:spcPct val="0"/>
        </a:spcBef>
        <a:buNone/>
        <a:defRPr sz="2200" b="1" kern="1200" baseline="0">
          <a:solidFill>
            <a:schemeClr val="bg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5124" userDrawn="1">
          <p15:clr>
            <a:srgbClr val="F26B43"/>
          </p15:clr>
        </p15:guide>
        <p15:guide id="3" pos="6396" userDrawn="1">
          <p15:clr>
            <a:srgbClr val="F26B43"/>
          </p15:clr>
        </p15:guide>
        <p15:guide id="4" pos="2556" userDrawn="1">
          <p15:clr>
            <a:srgbClr val="F26B43"/>
          </p15:clr>
        </p15:guide>
        <p15:guide id="5" pos="1284" userDrawn="1">
          <p15:clr>
            <a:srgbClr val="F26B43"/>
          </p15:clr>
        </p15:guide>
        <p15:guide id="6" orient="horz" pos="686" userDrawn="1">
          <p15:clr>
            <a:srgbClr val="F26B43"/>
          </p15:clr>
        </p15:guide>
        <p15:guide id="7" orient="horz" pos="1593" userDrawn="1">
          <p15:clr>
            <a:srgbClr val="F26B43"/>
          </p15:clr>
        </p15:guide>
        <p15:guide id="8" orient="horz" pos="2500" userDrawn="1">
          <p15:clr>
            <a:srgbClr val="F26B43"/>
          </p15:clr>
        </p15:guide>
        <p15:guide id="9" orient="horz" pos="340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F4E1CCD-ECD7-4A46-AB61-C5F02F70D912}"/>
              </a:ext>
            </a:extLst>
          </p:cNvPr>
          <p:cNvSpPr>
            <a:spLocks noGrp="1"/>
          </p:cNvSpPr>
          <p:nvPr>
            <p:ph type="title"/>
          </p:nvPr>
        </p:nvSpPr>
        <p:spPr/>
        <p:txBody>
          <a:bodyPr/>
          <a:lstStyle/>
          <a:p>
            <a:r>
              <a:rPr lang="en-US" dirty="0"/>
              <a:t>Video Playback FB Layout</a:t>
            </a:r>
          </a:p>
        </p:txBody>
      </p:sp>
    </p:spTree>
    <p:extLst>
      <p:ext uri="{BB962C8B-B14F-4D97-AF65-F5344CB8AC3E}">
        <p14:creationId xmlns:p14="http://schemas.microsoft.com/office/powerpoint/2010/main" val="42895249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998BE4-55F7-4B35-A5A0-1CE5A732638B}"/>
              </a:ext>
            </a:extLst>
          </p:cNvPr>
          <p:cNvSpPr>
            <a:spLocks noGrp="1"/>
          </p:cNvSpPr>
          <p:nvPr>
            <p:ph type="title"/>
          </p:nvPr>
        </p:nvSpPr>
        <p:spPr/>
        <p:txBody>
          <a:bodyPr/>
          <a:lstStyle/>
          <a:p>
            <a:r>
              <a:rPr lang="en-US" dirty="0"/>
              <a:t>Make video from images</a:t>
            </a:r>
          </a:p>
        </p:txBody>
      </p:sp>
      <p:sp>
        <p:nvSpPr>
          <p:cNvPr id="3" name="Rectangle 2">
            <a:extLst>
              <a:ext uri="{FF2B5EF4-FFF2-40B4-BE49-F238E27FC236}">
                <a16:creationId xmlns:a16="http://schemas.microsoft.com/office/drawing/2014/main" id="{759ED9D5-6988-44D2-A876-8EB0A68D323C}"/>
              </a:ext>
            </a:extLst>
          </p:cNvPr>
          <p:cNvSpPr/>
          <p:nvPr/>
        </p:nvSpPr>
        <p:spPr>
          <a:xfrm>
            <a:off x="3216728" y="1779814"/>
            <a:ext cx="4620986" cy="4310743"/>
          </a:xfrm>
          <a:prstGeom prst="rect">
            <a:avLst/>
          </a:prstGeom>
          <a:solidFill>
            <a:schemeClr val="bg2"/>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234000" rIns="234000" rtlCol="0" anchor="ctr"/>
          <a:lstStyle/>
          <a:p>
            <a:pPr marL="0" indent="0" algn="ctr">
              <a:buFont typeface="Wingdings" panose="05000000000000000000" pitchFamily="2" charset="2"/>
              <a:buNone/>
            </a:pPr>
            <a:endParaRPr lang="en-US" sz="2200" dirty="0">
              <a:solidFill>
                <a:schemeClr val="bg1"/>
              </a:solidFill>
              <a:latin typeface="Arial" pitchFamily="34" charset="0"/>
              <a:cs typeface="Arial" pitchFamily="34" charset="0"/>
            </a:endParaRPr>
          </a:p>
        </p:txBody>
      </p:sp>
      <p:cxnSp>
        <p:nvCxnSpPr>
          <p:cNvPr id="5" name="Straight Connector 4">
            <a:extLst>
              <a:ext uri="{FF2B5EF4-FFF2-40B4-BE49-F238E27FC236}">
                <a16:creationId xmlns:a16="http://schemas.microsoft.com/office/drawing/2014/main" id="{2797DF28-83FA-4523-9D90-F4D3A78BCEE6}"/>
              </a:ext>
            </a:extLst>
          </p:cNvPr>
          <p:cNvCxnSpPr/>
          <p:nvPr/>
        </p:nvCxnSpPr>
        <p:spPr>
          <a:xfrm>
            <a:off x="1379764" y="2400300"/>
            <a:ext cx="1836964" cy="0"/>
          </a:xfrm>
          <a:prstGeom prst="line">
            <a:avLst/>
          </a:prstGeom>
          <a:ln w="6350">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0B1A6BB4-B845-410E-BCEF-4AE1A180D507}"/>
              </a:ext>
            </a:extLst>
          </p:cNvPr>
          <p:cNvSpPr txBox="1"/>
          <p:nvPr/>
        </p:nvSpPr>
        <p:spPr>
          <a:xfrm>
            <a:off x="1106260" y="2030968"/>
            <a:ext cx="2383971" cy="369332"/>
          </a:xfrm>
          <a:prstGeom prst="rect">
            <a:avLst/>
          </a:prstGeom>
          <a:noFill/>
        </p:spPr>
        <p:txBody>
          <a:bodyPr wrap="square" rtlCol="0">
            <a:spAutoFit/>
          </a:bodyPr>
          <a:lstStyle/>
          <a:p>
            <a:r>
              <a:rPr lang="en-US" dirty="0"/>
              <a:t>Image Export Path</a:t>
            </a:r>
          </a:p>
        </p:txBody>
      </p:sp>
      <p:sp>
        <p:nvSpPr>
          <p:cNvPr id="7" name="Rectangle 6">
            <a:extLst>
              <a:ext uri="{FF2B5EF4-FFF2-40B4-BE49-F238E27FC236}">
                <a16:creationId xmlns:a16="http://schemas.microsoft.com/office/drawing/2014/main" id="{08014772-1EBD-4543-B514-ADB7C778ADBF}"/>
              </a:ext>
            </a:extLst>
          </p:cNvPr>
          <p:cNvSpPr/>
          <p:nvPr/>
        </p:nvSpPr>
        <p:spPr>
          <a:xfrm>
            <a:off x="4235221" y="2095109"/>
            <a:ext cx="2183947" cy="1149225"/>
          </a:xfrm>
          <a:prstGeom prst="rect">
            <a:avLst/>
          </a:prstGeom>
          <a:solidFill>
            <a:srgbClr val="FFC000"/>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234000" rIns="234000" rtlCol="0" anchor="ctr"/>
          <a:lstStyle/>
          <a:p>
            <a:pPr marL="0" indent="0" algn="ctr">
              <a:buFont typeface="Wingdings" panose="05000000000000000000" pitchFamily="2" charset="2"/>
              <a:buNone/>
            </a:pPr>
            <a:r>
              <a:rPr lang="en-US" sz="2200" dirty="0">
                <a:solidFill>
                  <a:schemeClr val="bg1"/>
                </a:solidFill>
                <a:latin typeface="Arial" pitchFamily="34" charset="0"/>
                <a:cs typeface="Arial" pitchFamily="34" charset="0"/>
              </a:rPr>
              <a:t>Call Batch / Exe / ADS call</a:t>
            </a:r>
          </a:p>
        </p:txBody>
      </p:sp>
      <p:cxnSp>
        <p:nvCxnSpPr>
          <p:cNvPr id="8" name="Straight Connector 7">
            <a:extLst>
              <a:ext uri="{FF2B5EF4-FFF2-40B4-BE49-F238E27FC236}">
                <a16:creationId xmlns:a16="http://schemas.microsoft.com/office/drawing/2014/main" id="{7B063179-E4DF-4737-9BCB-E1016F903B61}"/>
              </a:ext>
            </a:extLst>
          </p:cNvPr>
          <p:cNvCxnSpPr/>
          <p:nvPr/>
        </p:nvCxnSpPr>
        <p:spPr>
          <a:xfrm>
            <a:off x="1379764" y="2875706"/>
            <a:ext cx="1836964" cy="0"/>
          </a:xfrm>
          <a:prstGeom prst="line">
            <a:avLst/>
          </a:prstGeom>
          <a:ln w="6350">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008F2AAC-DF16-42E4-9F92-3EBA352CB252}"/>
              </a:ext>
            </a:extLst>
          </p:cNvPr>
          <p:cNvSpPr txBox="1"/>
          <p:nvPr/>
        </p:nvSpPr>
        <p:spPr>
          <a:xfrm>
            <a:off x="1106260" y="2506374"/>
            <a:ext cx="2383971" cy="369332"/>
          </a:xfrm>
          <a:prstGeom prst="rect">
            <a:avLst/>
          </a:prstGeom>
          <a:noFill/>
        </p:spPr>
        <p:txBody>
          <a:bodyPr wrap="square" rtlCol="0">
            <a:spAutoFit/>
          </a:bodyPr>
          <a:lstStyle/>
          <a:p>
            <a:r>
              <a:rPr lang="en-US" dirty="0"/>
              <a:t>Video File output</a:t>
            </a:r>
          </a:p>
        </p:txBody>
      </p:sp>
      <p:cxnSp>
        <p:nvCxnSpPr>
          <p:cNvPr id="10" name="Straight Connector 9">
            <a:extLst>
              <a:ext uri="{FF2B5EF4-FFF2-40B4-BE49-F238E27FC236}">
                <a16:creationId xmlns:a16="http://schemas.microsoft.com/office/drawing/2014/main" id="{8FAC6D37-D514-4207-B202-960558F674C1}"/>
              </a:ext>
            </a:extLst>
          </p:cNvPr>
          <p:cNvCxnSpPr/>
          <p:nvPr/>
        </p:nvCxnSpPr>
        <p:spPr>
          <a:xfrm>
            <a:off x="1379764" y="1924893"/>
            <a:ext cx="1836964" cy="0"/>
          </a:xfrm>
          <a:prstGeom prst="line">
            <a:avLst/>
          </a:prstGeom>
          <a:ln w="6350">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03DA2F3-07F7-44B8-A5B2-443EBA4288F2}"/>
              </a:ext>
            </a:extLst>
          </p:cNvPr>
          <p:cNvSpPr txBox="1"/>
          <p:nvPr/>
        </p:nvSpPr>
        <p:spPr>
          <a:xfrm>
            <a:off x="1106260" y="1555561"/>
            <a:ext cx="2383971" cy="369332"/>
          </a:xfrm>
          <a:prstGeom prst="rect">
            <a:avLst/>
          </a:prstGeom>
          <a:noFill/>
        </p:spPr>
        <p:txBody>
          <a:bodyPr wrap="square" rtlCol="0">
            <a:spAutoFit/>
          </a:bodyPr>
          <a:lstStyle/>
          <a:p>
            <a:r>
              <a:rPr lang="en-US" dirty="0" err="1"/>
              <a:t>bStart</a:t>
            </a:r>
            <a:endParaRPr lang="en-US" dirty="0"/>
          </a:p>
        </p:txBody>
      </p:sp>
      <p:cxnSp>
        <p:nvCxnSpPr>
          <p:cNvPr id="12" name="Straight Connector 11">
            <a:extLst>
              <a:ext uri="{FF2B5EF4-FFF2-40B4-BE49-F238E27FC236}">
                <a16:creationId xmlns:a16="http://schemas.microsoft.com/office/drawing/2014/main" id="{F8020F64-CF02-421A-A4A6-F96141C8F42D}"/>
              </a:ext>
            </a:extLst>
          </p:cNvPr>
          <p:cNvCxnSpPr/>
          <p:nvPr/>
        </p:nvCxnSpPr>
        <p:spPr>
          <a:xfrm>
            <a:off x="7837714" y="2394075"/>
            <a:ext cx="1836964" cy="0"/>
          </a:xfrm>
          <a:prstGeom prst="line">
            <a:avLst/>
          </a:prstGeom>
          <a:ln w="6350">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7023282-E23F-4488-B97C-085261B0893B}"/>
              </a:ext>
            </a:extLst>
          </p:cNvPr>
          <p:cNvSpPr txBox="1"/>
          <p:nvPr/>
        </p:nvSpPr>
        <p:spPr>
          <a:xfrm>
            <a:off x="8856207" y="2024743"/>
            <a:ext cx="981757" cy="369332"/>
          </a:xfrm>
          <a:prstGeom prst="rect">
            <a:avLst/>
          </a:prstGeom>
          <a:noFill/>
        </p:spPr>
        <p:txBody>
          <a:bodyPr wrap="square" rtlCol="0">
            <a:spAutoFit/>
          </a:bodyPr>
          <a:lstStyle/>
          <a:p>
            <a:r>
              <a:rPr lang="en-US" dirty="0" err="1"/>
              <a:t>bBusy</a:t>
            </a:r>
            <a:endParaRPr lang="en-US" dirty="0"/>
          </a:p>
        </p:txBody>
      </p:sp>
      <p:cxnSp>
        <p:nvCxnSpPr>
          <p:cNvPr id="14" name="Straight Connector 13">
            <a:extLst>
              <a:ext uri="{FF2B5EF4-FFF2-40B4-BE49-F238E27FC236}">
                <a16:creationId xmlns:a16="http://schemas.microsoft.com/office/drawing/2014/main" id="{FDEB6006-C352-4FA8-A4F4-DEF7D47E5A9C}"/>
              </a:ext>
            </a:extLst>
          </p:cNvPr>
          <p:cNvCxnSpPr/>
          <p:nvPr/>
        </p:nvCxnSpPr>
        <p:spPr>
          <a:xfrm>
            <a:off x="7837714" y="3112277"/>
            <a:ext cx="1836964" cy="0"/>
          </a:xfrm>
          <a:prstGeom prst="line">
            <a:avLst/>
          </a:prstGeom>
          <a:ln w="6350">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225138D4-AD74-4589-8E5E-0436B2BD1BCD}"/>
              </a:ext>
            </a:extLst>
          </p:cNvPr>
          <p:cNvSpPr txBox="1"/>
          <p:nvPr/>
        </p:nvSpPr>
        <p:spPr>
          <a:xfrm>
            <a:off x="8856207" y="2742945"/>
            <a:ext cx="981757" cy="369332"/>
          </a:xfrm>
          <a:prstGeom prst="rect">
            <a:avLst/>
          </a:prstGeom>
          <a:noFill/>
        </p:spPr>
        <p:txBody>
          <a:bodyPr wrap="square" rtlCol="0">
            <a:spAutoFit/>
          </a:bodyPr>
          <a:lstStyle/>
          <a:p>
            <a:r>
              <a:rPr lang="en-US" dirty="0" err="1"/>
              <a:t>bErrror</a:t>
            </a:r>
            <a:endParaRPr lang="en-US" dirty="0"/>
          </a:p>
        </p:txBody>
      </p:sp>
      <p:cxnSp>
        <p:nvCxnSpPr>
          <p:cNvPr id="16" name="Straight Connector 15">
            <a:extLst>
              <a:ext uri="{FF2B5EF4-FFF2-40B4-BE49-F238E27FC236}">
                <a16:creationId xmlns:a16="http://schemas.microsoft.com/office/drawing/2014/main" id="{1CFA2612-D2E5-477D-8EC4-E49A7306F5B4}"/>
              </a:ext>
            </a:extLst>
          </p:cNvPr>
          <p:cNvCxnSpPr/>
          <p:nvPr/>
        </p:nvCxnSpPr>
        <p:spPr>
          <a:xfrm>
            <a:off x="7823425" y="3645794"/>
            <a:ext cx="1836964" cy="0"/>
          </a:xfrm>
          <a:prstGeom prst="line">
            <a:avLst/>
          </a:prstGeom>
          <a:ln w="6350">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1F41F41B-00D6-4670-9AD8-01F5DEFB8D7E}"/>
              </a:ext>
            </a:extLst>
          </p:cNvPr>
          <p:cNvSpPr txBox="1"/>
          <p:nvPr/>
        </p:nvSpPr>
        <p:spPr>
          <a:xfrm>
            <a:off x="8841918" y="3276462"/>
            <a:ext cx="981757" cy="369332"/>
          </a:xfrm>
          <a:prstGeom prst="rect">
            <a:avLst/>
          </a:prstGeom>
          <a:noFill/>
        </p:spPr>
        <p:txBody>
          <a:bodyPr wrap="square" rtlCol="0">
            <a:spAutoFit/>
          </a:bodyPr>
          <a:lstStyle/>
          <a:p>
            <a:r>
              <a:rPr lang="en-US" dirty="0" err="1"/>
              <a:t>nErrID</a:t>
            </a:r>
            <a:endParaRPr lang="en-US" dirty="0"/>
          </a:p>
        </p:txBody>
      </p:sp>
    </p:spTree>
    <p:extLst>
      <p:ext uri="{BB962C8B-B14F-4D97-AF65-F5344CB8AC3E}">
        <p14:creationId xmlns:p14="http://schemas.microsoft.com/office/powerpoint/2010/main" val="41818286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998BE4-55F7-4B35-A5A0-1CE5A732638B}"/>
              </a:ext>
            </a:extLst>
          </p:cNvPr>
          <p:cNvSpPr>
            <a:spLocks noGrp="1"/>
          </p:cNvSpPr>
          <p:nvPr>
            <p:ph type="title"/>
          </p:nvPr>
        </p:nvSpPr>
        <p:spPr/>
        <p:txBody>
          <a:bodyPr/>
          <a:lstStyle/>
          <a:p>
            <a:r>
              <a:rPr lang="en-US" dirty="0"/>
              <a:t>Watch for JSON attribute in alarm, Make video from images</a:t>
            </a:r>
          </a:p>
        </p:txBody>
      </p:sp>
      <p:sp>
        <p:nvSpPr>
          <p:cNvPr id="3" name="Rectangle 2">
            <a:extLst>
              <a:ext uri="{FF2B5EF4-FFF2-40B4-BE49-F238E27FC236}">
                <a16:creationId xmlns:a16="http://schemas.microsoft.com/office/drawing/2014/main" id="{759ED9D5-6988-44D2-A876-8EB0A68D323C}"/>
              </a:ext>
            </a:extLst>
          </p:cNvPr>
          <p:cNvSpPr/>
          <p:nvPr/>
        </p:nvSpPr>
        <p:spPr>
          <a:xfrm>
            <a:off x="3216728" y="1804308"/>
            <a:ext cx="4620986" cy="4087214"/>
          </a:xfrm>
          <a:prstGeom prst="rect">
            <a:avLst/>
          </a:prstGeom>
          <a:solidFill>
            <a:schemeClr val="bg2"/>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234000" rIns="234000" rtlCol="0" anchor="ctr"/>
          <a:lstStyle/>
          <a:p>
            <a:pPr marL="0" indent="0" algn="ctr">
              <a:buFont typeface="Wingdings" panose="05000000000000000000" pitchFamily="2" charset="2"/>
              <a:buNone/>
            </a:pPr>
            <a:endParaRPr lang="en-US" sz="2200" dirty="0">
              <a:solidFill>
                <a:schemeClr val="bg1"/>
              </a:solidFill>
              <a:latin typeface="Arial" pitchFamily="34" charset="0"/>
              <a:cs typeface="Arial" pitchFamily="34" charset="0"/>
            </a:endParaRPr>
          </a:p>
        </p:txBody>
      </p:sp>
      <p:cxnSp>
        <p:nvCxnSpPr>
          <p:cNvPr id="5" name="Straight Connector 4">
            <a:extLst>
              <a:ext uri="{FF2B5EF4-FFF2-40B4-BE49-F238E27FC236}">
                <a16:creationId xmlns:a16="http://schemas.microsoft.com/office/drawing/2014/main" id="{2797DF28-83FA-4523-9D90-F4D3A78BCEE6}"/>
              </a:ext>
            </a:extLst>
          </p:cNvPr>
          <p:cNvCxnSpPr/>
          <p:nvPr/>
        </p:nvCxnSpPr>
        <p:spPr>
          <a:xfrm>
            <a:off x="1379764" y="2424793"/>
            <a:ext cx="1836964" cy="0"/>
          </a:xfrm>
          <a:prstGeom prst="line">
            <a:avLst/>
          </a:prstGeom>
          <a:ln w="6350">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0B1A6BB4-B845-410E-BCEF-4AE1A180D507}"/>
              </a:ext>
            </a:extLst>
          </p:cNvPr>
          <p:cNvSpPr txBox="1"/>
          <p:nvPr/>
        </p:nvSpPr>
        <p:spPr>
          <a:xfrm>
            <a:off x="1007609" y="2073673"/>
            <a:ext cx="2383971" cy="369332"/>
          </a:xfrm>
          <a:prstGeom prst="rect">
            <a:avLst/>
          </a:prstGeom>
          <a:noFill/>
        </p:spPr>
        <p:txBody>
          <a:bodyPr wrap="square" rtlCol="0">
            <a:spAutoFit/>
          </a:bodyPr>
          <a:lstStyle/>
          <a:p>
            <a:r>
              <a:rPr lang="en-US" dirty="0"/>
              <a:t>Image Export Path</a:t>
            </a:r>
          </a:p>
        </p:txBody>
      </p:sp>
      <p:sp>
        <p:nvSpPr>
          <p:cNvPr id="7" name="Rectangle 6">
            <a:extLst>
              <a:ext uri="{FF2B5EF4-FFF2-40B4-BE49-F238E27FC236}">
                <a16:creationId xmlns:a16="http://schemas.microsoft.com/office/drawing/2014/main" id="{08014772-1EBD-4543-B514-ADB7C778ADBF}"/>
              </a:ext>
            </a:extLst>
          </p:cNvPr>
          <p:cNvSpPr/>
          <p:nvPr/>
        </p:nvSpPr>
        <p:spPr>
          <a:xfrm>
            <a:off x="3899975" y="3982817"/>
            <a:ext cx="3254489" cy="1149225"/>
          </a:xfrm>
          <a:prstGeom prst="rect">
            <a:avLst/>
          </a:prstGeom>
          <a:solidFill>
            <a:srgbClr val="FFC000"/>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234000" rIns="234000" rtlCol="0" anchor="ctr"/>
          <a:lstStyle/>
          <a:p>
            <a:pPr marL="0" indent="0" algn="ctr">
              <a:buFont typeface="Wingdings" panose="05000000000000000000" pitchFamily="2" charset="2"/>
              <a:buNone/>
            </a:pPr>
            <a:r>
              <a:rPr lang="en-US" sz="2200" dirty="0">
                <a:solidFill>
                  <a:schemeClr val="bg1"/>
                </a:solidFill>
                <a:latin typeface="Arial" pitchFamily="34" charset="0"/>
                <a:cs typeface="Arial" pitchFamily="34" charset="0"/>
              </a:rPr>
              <a:t>Call ‘Create Video’</a:t>
            </a:r>
          </a:p>
        </p:txBody>
      </p:sp>
      <p:cxnSp>
        <p:nvCxnSpPr>
          <p:cNvPr id="8" name="Straight Connector 7">
            <a:extLst>
              <a:ext uri="{FF2B5EF4-FFF2-40B4-BE49-F238E27FC236}">
                <a16:creationId xmlns:a16="http://schemas.microsoft.com/office/drawing/2014/main" id="{7B063179-E4DF-4737-9BCB-E1016F903B61}"/>
              </a:ext>
            </a:extLst>
          </p:cNvPr>
          <p:cNvCxnSpPr/>
          <p:nvPr/>
        </p:nvCxnSpPr>
        <p:spPr>
          <a:xfrm>
            <a:off x="1379764" y="2900199"/>
            <a:ext cx="1836964" cy="0"/>
          </a:xfrm>
          <a:prstGeom prst="line">
            <a:avLst/>
          </a:prstGeom>
          <a:ln w="6350">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008F2AAC-DF16-42E4-9F92-3EBA352CB252}"/>
              </a:ext>
            </a:extLst>
          </p:cNvPr>
          <p:cNvSpPr txBox="1"/>
          <p:nvPr/>
        </p:nvSpPr>
        <p:spPr>
          <a:xfrm>
            <a:off x="1146061" y="2556263"/>
            <a:ext cx="2383971" cy="369332"/>
          </a:xfrm>
          <a:prstGeom prst="rect">
            <a:avLst/>
          </a:prstGeom>
          <a:noFill/>
        </p:spPr>
        <p:txBody>
          <a:bodyPr wrap="square" rtlCol="0">
            <a:spAutoFit/>
          </a:bodyPr>
          <a:lstStyle/>
          <a:p>
            <a:r>
              <a:rPr lang="en-US" dirty="0"/>
              <a:t>Video File output</a:t>
            </a:r>
          </a:p>
        </p:txBody>
      </p:sp>
      <p:cxnSp>
        <p:nvCxnSpPr>
          <p:cNvPr id="12" name="Straight Connector 11">
            <a:extLst>
              <a:ext uri="{FF2B5EF4-FFF2-40B4-BE49-F238E27FC236}">
                <a16:creationId xmlns:a16="http://schemas.microsoft.com/office/drawing/2014/main" id="{F8020F64-CF02-421A-A4A6-F96141C8F42D}"/>
              </a:ext>
            </a:extLst>
          </p:cNvPr>
          <p:cNvCxnSpPr/>
          <p:nvPr/>
        </p:nvCxnSpPr>
        <p:spPr>
          <a:xfrm>
            <a:off x="7837714" y="2418568"/>
            <a:ext cx="1836964" cy="0"/>
          </a:xfrm>
          <a:prstGeom prst="line">
            <a:avLst/>
          </a:prstGeom>
          <a:ln w="6350">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7023282-E23F-4488-B97C-085261B0893B}"/>
              </a:ext>
            </a:extLst>
          </p:cNvPr>
          <p:cNvSpPr txBox="1"/>
          <p:nvPr/>
        </p:nvSpPr>
        <p:spPr>
          <a:xfrm>
            <a:off x="8856207" y="2049236"/>
            <a:ext cx="981757" cy="369332"/>
          </a:xfrm>
          <a:prstGeom prst="rect">
            <a:avLst/>
          </a:prstGeom>
          <a:noFill/>
        </p:spPr>
        <p:txBody>
          <a:bodyPr wrap="square" rtlCol="0">
            <a:spAutoFit/>
          </a:bodyPr>
          <a:lstStyle/>
          <a:p>
            <a:r>
              <a:rPr lang="en-US" dirty="0" err="1"/>
              <a:t>bBusy</a:t>
            </a:r>
            <a:endParaRPr lang="en-US" dirty="0"/>
          </a:p>
        </p:txBody>
      </p:sp>
      <p:cxnSp>
        <p:nvCxnSpPr>
          <p:cNvPr id="14" name="Straight Connector 13">
            <a:extLst>
              <a:ext uri="{FF2B5EF4-FFF2-40B4-BE49-F238E27FC236}">
                <a16:creationId xmlns:a16="http://schemas.microsoft.com/office/drawing/2014/main" id="{FDEB6006-C352-4FA8-A4F4-DEF7D47E5A9C}"/>
              </a:ext>
            </a:extLst>
          </p:cNvPr>
          <p:cNvCxnSpPr/>
          <p:nvPr/>
        </p:nvCxnSpPr>
        <p:spPr>
          <a:xfrm>
            <a:off x="7837714" y="3136770"/>
            <a:ext cx="1836964" cy="0"/>
          </a:xfrm>
          <a:prstGeom prst="line">
            <a:avLst/>
          </a:prstGeom>
          <a:ln w="6350">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225138D4-AD74-4589-8E5E-0436B2BD1BCD}"/>
              </a:ext>
            </a:extLst>
          </p:cNvPr>
          <p:cNvSpPr txBox="1"/>
          <p:nvPr/>
        </p:nvSpPr>
        <p:spPr>
          <a:xfrm>
            <a:off x="8856207" y="2767438"/>
            <a:ext cx="981757" cy="369332"/>
          </a:xfrm>
          <a:prstGeom prst="rect">
            <a:avLst/>
          </a:prstGeom>
          <a:noFill/>
        </p:spPr>
        <p:txBody>
          <a:bodyPr wrap="square" rtlCol="0">
            <a:spAutoFit/>
          </a:bodyPr>
          <a:lstStyle/>
          <a:p>
            <a:r>
              <a:rPr lang="en-US" dirty="0" err="1"/>
              <a:t>bErrror</a:t>
            </a:r>
            <a:endParaRPr lang="en-US" dirty="0"/>
          </a:p>
        </p:txBody>
      </p:sp>
      <p:cxnSp>
        <p:nvCxnSpPr>
          <p:cNvPr id="16" name="Straight Connector 15">
            <a:extLst>
              <a:ext uri="{FF2B5EF4-FFF2-40B4-BE49-F238E27FC236}">
                <a16:creationId xmlns:a16="http://schemas.microsoft.com/office/drawing/2014/main" id="{1CFA2612-D2E5-477D-8EC4-E49A7306F5B4}"/>
              </a:ext>
            </a:extLst>
          </p:cNvPr>
          <p:cNvCxnSpPr/>
          <p:nvPr/>
        </p:nvCxnSpPr>
        <p:spPr>
          <a:xfrm>
            <a:off x="7823425" y="3670287"/>
            <a:ext cx="1836964" cy="0"/>
          </a:xfrm>
          <a:prstGeom prst="line">
            <a:avLst/>
          </a:prstGeom>
          <a:ln w="6350">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1F41F41B-00D6-4670-9AD8-01F5DEFB8D7E}"/>
              </a:ext>
            </a:extLst>
          </p:cNvPr>
          <p:cNvSpPr txBox="1"/>
          <p:nvPr/>
        </p:nvSpPr>
        <p:spPr>
          <a:xfrm>
            <a:off x="8841918" y="3300955"/>
            <a:ext cx="981757" cy="369332"/>
          </a:xfrm>
          <a:prstGeom prst="rect">
            <a:avLst/>
          </a:prstGeom>
          <a:noFill/>
        </p:spPr>
        <p:txBody>
          <a:bodyPr wrap="square" rtlCol="0">
            <a:spAutoFit/>
          </a:bodyPr>
          <a:lstStyle/>
          <a:p>
            <a:r>
              <a:rPr lang="en-US" dirty="0" err="1"/>
              <a:t>nErrID</a:t>
            </a:r>
            <a:endParaRPr lang="en-US" dirty="0"/>
          </a:p>
        </p:txBody>
      </p:sp>
      <p:sp>
        <p:nvSpPr>
          <p:cNvPr id="18" name="Rectangle 17">
            <a:extLst>
              <a:ext uri="{FF2B5EF4-FFF2-40B4-BE49-F238E27FC236}">
                <a16:creationId xmlns:a16="http://schemas.microsoft.com/office/drawing/2014/main" id="{EFEB4FD0-9EF8-457B-B609-87FB525E0BB8}"/>
              </a:ext>
            </a:extLst>
          </p:cNvPr>
          <p:cNvSpPr/>
          <p:nvPr/>
        </p:nvSpPr>
        <p:spPr>
          <a:xfrm>
            <a:off x="3864766" y="2233901"/>
            <a:ext cx="3324909" cy="1149225"/>
          </a:xfrm>
          <a:prstGeom prst="rect">
            <a:avLst/>
          </a:prstGeom>
          <a:solidFill>
            <a:srgbClr val="0070C0"/>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234000" rIns="234000" rtlCol="0" anchor="ctr"/>
          <a:lstStyle/>
          <a:p>
            <a:pPr marL="0" indent="0" algn="ctr">
              <a:buFont typeface="Wingdings" panose="05000000000000000000" pitchFamily="2" charset="2"/>
              <a:buNone/>
            </a:pPr>
            <a:r>
              <a:rPr lang="en-US" sz="1600" dirty="0" err="1">
                <a:solidFill>
                  <a:schemeClr val="bg1"/>
                </a:solidFill>
                <a:latin typeface="Arial" pitchFamily="34" charset="0"/>
                <a:cs typeface="Arial" pitchFamily="34" charset="0"/>
              </a:rPr>
              <a:t>FB_EventListener</a:t>
            </a:r>
            <a:endParaRPr lang="en-US" sz="1600" dirty="0">
              <a:solidFill>
                <a:schemeClr val="bg1"/>
              </a:solidFill>
              <a:latin typeface="Arial" pitchFamily="34" charset="0"/>
              <a:cs typeface="Arial" pitchFamily="34" charset="0"/>
            </a:endParaRPr>
          </a:p>
          <a:p>
            <a:pPr marL="0" indent="0" algn="ctr">
              <a:buFont typeface="Wingdings" panose="05000000000000000000" pitchFamily="2" charset="2"/>
              <a:buNone/>
            </a:pPr>
            <a:r>
              <a:rPr lang="en-US" sz="1600" dirty="0">
                <a:solidFill>
                  <a:schemeClr val="bg1"/>
                </a:solidFill>
                <a:latin typeface="Arial" pitchFamily="34" charset="0"/>
                <a:cs typeface="Arial" pitchFamily="34" charset="0"/>
              </a:rPr>
              <a:t>If alarm, if JSON = to input, call Video</a:t>
            </a:r>
          </a:p>
        </p:txBody>
      </p:sp>
      <p:cxnSp>
        <p:nvCxnSpPr>
          <p:cNvPr id="19" name="Straight Arrow Connector 18">
            <a:extLst>
              <a:ext uri="{FF2B5EF4-FFF2-40B4-BE49-F238E27FC236}">
                <a16:creationId xmlns:a16="http://schemas.microsoft.com/office/drawing/2014/main" id="{B9D41940-3857-4644-B037-D7454B557C0E}"/>
              </a:ext>
            </a:extLst>
          </p:cNvPr>
          <p:cNvCxnSpPr>
            <a:cxnSpLocks/>
            <a:stCxn id="18" idx="2"/>
            <a:endCxn id="7" idx="0"/>
          </p:cNvCxnSpPr>
          <p:nvPr/>
        </p:nvCxnSpPr>
        <p:spPr>
          <a:xfrm flipH="1">
            <a:off x="5527220" y="3383126"/>
            <a:ext cx="1" cy="599691"/>
          </a:xfrm>
          <a:prstGeom prst="straightConnector1">
            <a:avLst/>
          </a:prstGeom>
          <a:ln w="6350">
            <a:solidFill>
              <a:schemeClr val="tx1"/>
            </a:solidFill>
            <a:miter lim="800000"/>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9F6DF7C7-B17B-4BB8-A814-C8046E7E5C3D}"/>
              </a:ext>
            </a:extLst>
          </p:cNvPr>
          <p:cNvSpPr txBox="1"/>
          <p:nvPr/>
        </p:nvSpPr>
        <p:spPr>
          <a:xfrm>
            <a:off x="3265852" y="5362401"/>
            <a:ext cx="1802947" cy="369332"/>
          </a:xfrm>
          <a:prstGeom prst="rect">
            <a:avLst/>
          </a:prstGeom>
          <a:noFill/>
        </p:spPr>
        <p:txBody>
          <a:bodyPr wrap="square" rtlCol="0">
            <a:spAutoFit/>
          </a:bodyPr>
          <a:lstStyle/>
          <a:p>
            <a:r>
              <a:rPr lang="en-US" dirty="0" err="1"/>
              <a:t>TriggerScope</a:t>
            </a:r>
            <a:endParaRPr lang="en-US" dirty="0"/>
          </a:p>
        </p:txBody>
      </p:sp>
      <p:sp>
        <p:nvSpPr>
          <p:cNvPr id="26" name="TextBox 25">
            <a:extLst>
              <a:ext uri="{FF2B5EF4-FFF2-40B4-BE49-F238E27FC236}">
                <a16:creationId xmlns:a16="http://schemas.microsoft.com/office/drawing/2014/main" id="{73B69F6C-4177-4B68-86CB-C7E619D2ECC9}"/>
              </a:ext>
            </a:extLst>
          </p:cNvPr>
          <p:cNvSpPr txBox="1"/>
          <p:nvPr/>
        </p:nvSpPr>
        <p:spPr>
          <a:xfrm>
            <a:off x="3748767" y="6116830"/>
            <a:ext cx="3827691" cy="369332"/>
          </a:xfrm>
          <a:prstGeom prst="rect">
            <a:avLst/>
          </a:prstGeom>
          <a:noFill/>
        </p:spPr>
        <p:txBody>
          <a:bodyPr wrap="square" rtlCol="0">
            <a:spAutoFit/>
          </a:bodyPr>
          <a:lstStyle/>
          <a:p>
            <a:r>
              <a:rPr lang="en-US" dirty="0" err="1"/>
              <a:t>MyEventPlaybackFB.TriggerScope</a:t>
            </a:r>
            <a:endParaRPr lang="en-US" dirty="0"/>
          </a:p>
        </p:txBody>
      </p:sp>
      <p:sp>
        <p:nvSpPr>
          <p:cNvPr id="27" name="TextBox 26">
            <a:extLst>
              <a:ext uri="{FF2B5EF4-FFF2-40B4-BE49-F238E27FC236}">
                <a16:creationId xmlns:a16="http://schemas.microsoft.com/office/drawing/2014/main" id="{74456CE2-55DE-4F9C-92A7-18FCA1B2FFEA}"/>
              </a:ext>
            </a:extLst>
          </p:cNvPr>
          <p:cNvSpPr txBox="1"/>
          <p:nvPr/>
        </p:nvSpPr>
        <p:spPr>
          <a:xfrm>
            <a:off x="3748766" y="6400621"/>
            <a:ext cx="3827691" cy="369332"/>
          </a:xfrm>
          <a:prstGeom prst="rect">
            <a:avLst/>
          </a:prstGeom>
          <a:noFill/>
        </p:spPr>
        <p:txBody>
          <a:bodyPr wrap="square" rtlCol="0">
            <a:spAutoFit/>
          </a:bodyPr>
          <a:lstStyle/>
          <a:p>
            <a:r>
              <a:rPr lang="en-US" dirty="0" err="1"/>
              <a:t>OtherEventPlayback.TriggerScope</a:t>
            </a:r>
            <a:endParaRPr lang="en-US" dirty="0"/>
          </a:p>
        </p:txBody>
      </p:sp>
      <p:cxnSp>
        <p:nvCxnSpPr>
          <p:cNvPr id="29" name="Straight Connector 28">
            <a:extLst>
              <a:ext uri="{FF2B5EF4-FFF2-40B4-BE49-F238E27FC236}">
                <a16:creationId xmlns:a16="http://schemas.microsoft.com/office/drawing/2014/main" id="{5DF745A2-71B7-4944-A275-FE3BD75A807D}"/>
              </a:ext>
            </a:extLst>
          </p:cNvPr>
          <p:cNvCxnSpPr/>
          <p:nvPr/>
        </p:nvCxnSpPr>
        <p:spPr>
          <a:xfrm>
            <a:off x="1379763" y="3499228"/>
            <a:ext cx="1836964" cy="0"/>
          </a:xfrm>
          <a:prstGeom prst="line">
            <a:avLst/>
          </a:prstGeom>
          <a:ln w="6350">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47A71D9F-ABF8-46F0-B6C1-193DE3741E73}"/>
              </a:ext>
            </a:extLst>
          </p:cNvPr>
          <p:cNvSpPr txBox="1"/>
          <p:nvPr/>
        </p:nvSpPr>
        <p:spPr>
          <a:xfrm>
            <a:off x="1301439" y="3155954"/>
            <a:ext cx="1929577" cy="369332"/>
          </a:xfrm>
          <a:prstGeom prst="rect">
            <a:avLst/>
          </a:prstGeom>
          <a:noFill/>
        </p:spPr>
        <p:txBody>
          <a:bodyPr wrap="square" rtlCol="0">
            <a:spAutoFit/>
          </a:bodyPr>
          <a:lstStyle/>
          <a:p>
            <a:r>
              <a:rPr lang="en-US" dirty="0"/>
              <a:t>JSON attribute</a:t>
            </a:r>
          </a:p>
        </p:txBody>
      </p:sp>
      <p:sp>
        <p:nvSpPr>
          <p:cNvPr id="31" name="TextBox 30">
            <a:extLst>
              <a:ext uri="{FF2B5EF4-FFF2-40B4-BE49-F238E27FC236}">
                <a16:creationId xmlns:a16="http://schemas.microsoft.com/office/drawing/2014/main" id="{F1621CFB-39DD-4B63-98D4-E882FD917C71}"/>
              </a:ext>
            </a:extLst>
          </p:cNvPr>
          <p:cNvSpPr txBox="1"/>
          <p:nvPr/>
        </p:nvSpPr>
        <p:spPr>
          <a:xfrm>
            <a:off x="4335233" y="1425354"/>
            <a:ext cx="2383971" cy="369332"/>
          </a:xfrm>
          <a:prstGeom prst="rect">
            <a:avLst/>
          </a:prstGeom>
          <a:noFill/>
        </p:spPr>
        <p:txBody>
          <a:bodyPr wrap="square" rtlCol="0">
            <a:spAutoFit/>
          </a:bodyPr>
          <a:lstStyle/>
          <a:p>
            <a:r>
              <a:rPr lang="en-US" dirty="0"/>
              <a:t>--</a:t>
            </a:r>
          </a:p>
        </p:txBody>
      </p:sp>
    </p:spTree>
    <p:extLst>
      <p:ext uri="{BB962C8B-B14F-4D97-AF65-F5344CB8AC3E}">
        <p14:creationId xmlns:p14="http://schemas.microsoft.com/office/powerpoint/2010/main" val="21452132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Placeholder 3">
            <a:extLst>
              <a:ext uri="{FF2B5EF4-FFF2-40B4-BE49-F238E27FC236}">
                <a16:creationId xmlns:a16="http://schemas.microsoft.com/office/drawing/2014/main" id="{F13D2F6C-9050-48A8-B351-55273345597D}"/>
              </a:ext>
            </a:extLst>
          </p:cNvPr>
          <p:cNvSpPr>
            <a:spLocks noGrp="1"/>
          </p:cNvSpPr>
          <p:nvPr>
            <p:ph type="body" sz="quarter" idx="11"/>
          </p:nvPr>
        </p:nvSpPr>
        <p:spPr/>
        <p:txBody>
          <a:bodyPr/>
          <a:lstStyle/>
          <a:p>
            <a:endParaRPr lang="en-US"/>
          </a:p>
        </p:txBody>
      </p:sp>
    </p:spTree>
    <p:extLst>
      <p:ext uri="{BB962C8B-B14F-4D97-AF65-F5344CB8AC3E}">
        <p14:creationId xmlns:p14="http://schemas.microsoft.com/office/powerpoint/2010/main" val="9619891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0FA4CA6-BD23-44A1-A537-29395A259F6B}"/>
              </a:ext>
            </a:extLst>
          </p:cNvPr>
          <p:cNvSpPr>
            <a:spLocks noGrp="1"/>
          </p:cNvSpPr>
          <p:nvPr>
            <p:ph type="body" sz="quarter" idx="11"/>
          </p:nvPr>
        </p:nvSpPr>
        <p:spPr/>
        <p:txBody>
          <a:bodyPr/>
          <a:lstStyle/>
          <a:p>
            <a:endParaRPr lang="en-US" dirty="0"/>
          </a:p>
        </p:txBody>
      </p:sp>
    </p:spTree>
    <p:extLst>
      <p:ext uri="{BB962C8B-B14F-4D97-AF65-F5344CB8AC3E}">
        <p14:creationId xmlns:p14="http://schemas.microsoft.com/office/powerpoint/2010/main" val="19261348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Placeholder 7">
            <a:extLst>
              <a:ext uri="{FF2B5EF4-FFF2-40B4-BE49-F238E27FC236}">
                <a16:creationId xmlns:a16="http://schemas.microsoft.com/office/drawing/2014/main" id="{E01C406F-27BD-4021-B6F4-B15575FDD55D}"/>
              </a:ext>
            </a:extLst>
          </p:cNvPr>
          <p:cNvSpPr>
            <a:spLocks noGrp="1"/>
          </p:cNvSpPr>
          <p:nvPr>
            <p:ph type="body" sz="quarter" idx="11"/>
          </p:nvPr>
        </p:nvSpPr>
        <p:spPr/>
        <p:txBody>
          <a:bodyPr/>
          <a:lstStyle/>
          <a:p>
            <a:endParaRPr lang="en-US" dirty="0"/>
          </a:p>
        </p:txBody>
      </p:sp>
      <p:sp>
        <p:nvSpPr>
          <p:cNvPr id="3" name="Text Placeholder 6">
            <a:extLst>
              <a:ext uri="{FF2B5EF4-FFF2-40B4-BE49-F238E27FC236}">
                <a16:creationId xmlns:a16="http://schemas.microsoft.com/office/drawing/2014/main" id="{5975815C-9CAA-4128-B43F-01913F1F487A}"/>
              </a:ext>
            </a:extLst>
          </p:cNvPr>
          <p:cNvSpPr>
            <a:spLocks noGrp="1"/>
          </p:cNvSpPr>
          <p:nvPr>
            <p:ph type="body" sz="quarter" idx="16"/>
          </p:nvPr>
        </p:nvSpPr>
        <p:spPr/>
        <p:txBody>
          <a:bodyPr/>
          <a:lstStyle/>
          <a:p>
            <a:r>
              <a:rPr lang="en-US" dirty="0"/>
              <a:t>Phone: 	+[country code] [number] </a:t>
            </a:r>
            <a:br>
              <a:rPr lang="en-US" dirty="0"/>
            </a:br>
            <a:r>
              <a:rPr lang="en-US" dirty="0"/>
              <a:t>E-mail: 	[account]@beckhoff.[domain] </a:t>
            </a:r>
            <a:br>
              <a:rPr lang="en-US" dirty="0"/>
            </a:br>
            <a:r>
              <a:rPr lang="en-US" dirty="0"/>
              <a:t>Web: 	www.beckhoff.[domain]</a:t>
            </a:r>
          </a:p>
          <a:p>
            <a:endParaRPr lang="en-US" dirty="0"/>
          </a:p>
        </p:txBody>
      </p:sp>
      <p:sp>
        <p:nvSpPr>
          <p:cNvPr id="4" name="Text Placeholder 5">
            <a:extLst>
              <a:ext uri="{FF2B5EF4-FFF2-40B4-BE49-F238E27FC236}">
                <a16:creationId xmlns:a16="http://schemas.microsoft.com/office/drawing/2014/main" id="{9C48864A-6EFB-49F3-A89F-FD60BF0358DF}"/>
              </a:ext>
            </a:extLst>
          </p:cNvPr>
          <p:cNvSpPr>
            <a:spLocks noGrp="1"/>
          </p:cNvSpPr>
          <p:nvPr>
            <p:ph type="body" sz="quarter" idx="14"/>
          </p:nvPr>
        </p:nvSpPr>
        <p:spPr/>
        <p:txBody>
          <a:bodyPr/>
          <a:lstStyle/>
          <a:p>
            <a:r>
              <a:rPr lang="en-US" b="1" dirty="0"/>
              <a:t>Beckhoff Automation [legal form] </a:t>
            </a:r>
          </a:p>
          <a:p>
            <a:r>
              <a:rPr lang="en-US" dirty="0"/>
              <a:t>[Address details 1]</a:t>
            </a:r>
          </a:p>
          <a:p>
            <a:r>
              <a:rPr lang="en-US" dirty="0"/>
              <a:t>[Address details 2]</a:t>
            </a:r>
          </a:p>
          <a:p>
            <a:r>
              <a:rPr lang="en-US" dirty="0"/>
              <a:t>[Address details 3] </a:t>
            </a:r>
          </a:p>
          <a:p>
            <a:r>
              <a:rPr lang="en-US" dirty="0"/>
              <a:t>[Address details 4]</a:t>
            </a:r>
          </a:p>
          <a:p>
            <a:endParaRPr lang="en-US" dirty="0"/>
          </a:p>
        </p:txBody>
      </p:sp>
      <p:sp>
        <p:nvSpPr>
          <p:cNvPr id="5" name="Title 4">
            <a:extLst>
              <a:ext uri="{FF2B5EF4-FFF2-40B4-BE49-F238E27FC236}">
                <a16:creationId xmlns:a16="http://schemas.microsoft.com/office/drawing/2014/main" id="{17973BA0-D557-4DF2-9021-CBB16A3C9041}"/>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3265574910"/>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ULTRA_SCORM_COURSE_ID" val="0D260408-D13A-4B67-B71E-0B80435FC78D"/>
  <p:tag name="ISPRING_SCORM_RATE_SLIDES" val="1"/>
  <p:tag name="ISPRING_SCORM_RATE_QUIZZES" val="0"/>
  <p:tag name="ISPRING_SCORM_PASSING_SCORE" val="100.0000000000"/>
  <p:tag name="ISPRING_SCORM_ENDPOINT" val="&lt;endpoint&gt;&lt;enable&gt;0&lt;/enable&gt;&lt;lrs&gt;http://&lt;/lrs&gt;&lt;auth&gt;0&lt;/auth&gt;&lt;login&gt;&lt;/login&gt;&lt;password&gt;&lt;/password&gt;&lt;key&gt;&lt;/key&gt;&lt;name&gt;&lt;/name&gt;&lt;email&gt;&lt;/email&gt;&lt;/endpoint&gt;&#10;"/>
  <p:tag name="ISPRINGONLINEFOLDERID" val="0"/>
  <p:tag name="ISPRINGONLINEFOLDERPATH" val="Content List"/>
  <p:tag name="ISPRING_RESOURCE_PATHS_HASH_2" val="d9fee9de11718536b3c065785a54cca1c97fc"/>
  <p:tag name="ISPRING_RESOURCE_PATHS_HASH_PRESENTER" val="d9595f5650e1be128cd68d5dfdeb3180f639adab"/>
</p:tagLst>
</file>

<file path=ppt/theme/theme1.xml><?xml version="1.0" encoding="utf-8"?>
<a:theme xmlns:a="http://schemas.openxmlformats.org/drawingml/2006/main" name="Beckhoff Slide Master">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6350">
          <a:noFill/>
          <a:miter lim="800000"/>
        </a:ln>
      </a:spPr>
      <a:bodyPr lIns="90000" rIns="90000" rtlCol="0" anchor="t"/>
      <a:lstStyle>
        <a:def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1800" kern="1200" baseline="0" dirty="0" smtClean="0">
            <a:solidFill>
              <a:schemeClr val="tx1"/>
            </a:solidFill>
            <a:latin typeface="+mj-lt"/>
            <a:ea typeface="+mn-ea"/>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Beckhoff_Slide_Master_2021.pptx" id="{388891B6-BC17-4586-9D45-0D774BD2454C}" vid="{9424E5BB-9BB7-49A9-9DB9-210F857B6250}"/>
    </a:ext>
  </a:extLst>
</a:theme>
</file>

<file path=ppt/theme/theme2.xml><?xml version="1.0" encoding="utf-8"?>
<a:theme xmlns:a="http://schemas.openxmlformats.org/drawingml/2006/main" name="Larissa">
  <a:themeElements>
    <a:clrScheme name="Beckhoff">
      <a:dk1>
        <a:srgbClr val="000000"/>
      </a:dk1>
      <a:lt1>
        <a:sysClr val="window" lastClr="FFFFFF"/>
      </a:lt1>
      <a:dk2>
        <a:srgbClr val="CCD2DA"/>
      </a:dk2>
      <a:lt2>
        <a:srgbClr val="9AA6B6"/>
      </a:lt2>
      <a:accent1>
        <a:srgbClr val="8190A4"/>
      </a:accent1>
      <a:accent2>
        <a:srgbClr val="2D76AD"/>
      </a:accent2>
      <a:accent3>
        <a:srgbClr val="4B5669"/>
      </a:accent3>
      <a:accent4>
        <a:srgbClr val="CCD2DA"/>
      </a:accent4>
      <a:accent5>
        <a:srgbClr val="000000"/>
      </a:accent5>
      <a:accent6>
        <a:srgbClr val="B5D4EC"/>
      </a:accent6>
      <a:hlink>
        <a:srgbClr val="2D76AD"/>
      </a:hlink>
      <a:folHlink>
        <a:srgbClr val="2D76AD"/>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blank</Template>
  <TotalTime>8173</TotalTime>
  <Words>131</Words>
  <Application>Microsoft Office PowerPoint</Application>
  <PresentationFormat>Widescreen</PresentationFormat>
  <Paragraphs>29</Paragraphs>
  <Slides>6</Slides>
  <Notes>0</Notes>
  <HiddenSlides>3</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Arial</vt:lpstr>
      <vt:lpstr>Calibri</vt:lpstr>
      <vt:lpstr>Symbol</vt:lpstr>
      <vt:lpstr>Wingdings</vt:lpstr>
      <vt:lpstr>Beckhoff Slide Master</vt:lpstr>
      <vt:lpstr>Video Playback FB Layout</vt:lpstr>
      <vt:lpstr>Make video from images</vt:lpstr>
      <vt:lpstr>Watch for JSON attribute in alarm, Make video from images</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Video Playback FB Layout</dc:title>
  <dc:creator>Daymon Thompson</dc:creator>
  <cp:keywords/>
  <cp:lastModifiedBy>Daymon Thompson</cp:lastModifiedBy>
  <cp:revision>2</cp:revision>
  <cp:lastPrinted>2016-06-28T12:26:43Z</cp:lastPrinted>
  <dcterms:created xsi:type="dcterms:W3CDTF">2022-03-14T19:12:44Z</dcterms:created>
  <dcterms:modified xsi:type="dcterms:W3CDTF">2022-05-06T02:59:26Z</dcterms:modified>
</cp:coreProperties>
</file>